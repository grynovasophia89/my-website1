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Fira Sans Extra Condensed Medium" panose="020B0604020202020204" charset="0"/>
      <p:regular r:id="rId16"/>
      <p:bold r:id="rId17"/>
      <p:italic r:id="rId18"/>
      <p:boldItalic r:id="rId19"/>
    </p:embeddedFont>
    <p:embeddedFont>
      <p:font typeface="Lato Light" panose="020F0502020204030203" pitchFamily="34" charset="0"/>
      <p:regular r:id="rId20"/>
      <p:bold r:id="rId21"/>
      <p:italic r:id="rId22"/>
      <p:boldItalic r:id="rId23"/>
    </p:embeddedFont>
    <p:embeddedFont>
      <p:font typeface="Nunito" pitchFamily="2" charset="-52"/>
      <p:regular r:id="rId24"/>
      <p:bold r:id="rId25"/>
      <p:italic r:id="rId26"/>
      <p:boldItalic r:id="rId27"/>
    </p:embeddedFont>
    <p:embeddedFont>
      <p:font typeface="Nunito Light" pitchFamily="2" charset="-52"/>
      <p:regular r:id="rId28"/>
      <p:bold r:id="rId29"/>
      <p:italic r:id="rId30"/>
      <p:boldItalic r:id="rId31"/>
    </p:embeddedFont>
    <p:embeddedFont>
      <p:font typeface="Unica One"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11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c855921c3_1_4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c855921c3_1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5522eb7919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5522eb7919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54713f6f7e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54713f6f7e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c3a6013ac_3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5c3a6013ac_3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b602f514e4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b602f514e4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b602f514e4_1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b602f514e4_1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b602f514e4_1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b602f514e4_1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b602f514e4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b602f514e4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b602f514e4_1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b602f514e4_1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b602f514e4_1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b602f514e4_1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b602f514e4_1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b602f514e4_1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b602f514e4_1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b602f514e4_1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763600" y="786825"/>
            <a:ext cx="3616800" cy="1782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6000"/>
              <a:buNone/>
              <a:defRPr sz="6000">
                <a:solidFill>
                  <a:schemeClr val="accent2"/>
                </a:solidFill>
              </a:defRPr>
            </a:lvl1pPr>
            <a:lvl2pPr lvl="1" algn="ctr" rtl="0">
              <a:spcBef>
                <a:spcPts val="0"/>
              </a:spcBef>
              <a:spcAft>
                <a:spcPts val="0"/>
              </a:spcAft>
              <a:buClr>
                <a:schemeClr val="accent2"/>
              </a:buClr>
              <a:buSzPts val="5200"/>
              <a:buNone/>
              <a:defRPr sz="5200">
                <a:solidFill>
                  <a:schemeClr val="accent2"/>
                </a:solidFill>
              </a:defRPr>
            </a:lvl2pPr>
            <a:lvl3pPr lvl="2" algn="ctr" rtl="0">
              <a:spcBef>
                <a:spcPts val="0"/>
              </a:spcBef>
              <a:spcAft>
                <a:spcPts val="0"/>
              </a:spcAft>
              <a:buClr>
                <a:schemeClr val="accent2"/>
              </a:buClr>
              <a:buSzPts val="5200"/>
              <a:buNone/>
              <a:defRPr sz="5200">
                <a:solidFill>
                  <a:schemeClr val="accent2"/>
                </a:solidFill>
              </a:defRPr>
            </a:lvl3pPr>
            <a:lvl4pPr lvl="3" algn="ctr" rtl="0">
              <a:spcBef>
                <a:spcPts val="0"/>
              </a:spcBef>
              <a:spcAft>
                <a:spcPts val="0"/>
              </a:spcAft>
              <a:buClr>
                <a:schemeClr val="accent2"/>
              </a:buClr>
              <a:buSzPts val="5200"/>
              <a:buNone/>
              <a:defRPr sz="5200">
                <a:solidFill>
                  <a:schemeClr val="accent2"/>
                </a:solidFill>
              </a:defRPr>
            </a:lvl4pPr>
            <a:lvl5pPr lvl="4" algn="ctr" rtl="0">
              <a:spcBef>
                <a:spcPts val="0"/>
              </a:spcBef>
              <a:spcAft>
                <a:spcPts val="0"/>
              </a:spcAft>
              <a:buClr>
                <a:schemeClr val="accent2"/>
              </a:buClr>
              <a:buSzPts val="5200"/>
              <a:buNone/>
              <a:defRPr sz="5200">
                <a:solidFill>
                  <a:schemeClr val="accent2"/>
                </a:solidFill>
              </a:defRPr>
            </a:lvl5pPr>
            <a:lvl6pPr lvl="5" algn="ctr" rtl="0">
              <a:spcBef>
                <a:spcPts val="0"/>
              </a:spcBef>
              <a:spcAft>
                <a:spcPts val="0"/>
              </a:spcAft>
              <a:buClr>
                <a:schemeClr val="accent2"/>
              </a:buClr>
              <a:buSzPts val="5200"/>
              <a:buNone/>
              <a:defRPr sz="5200">
                <a:solidFill>
                  <a:schemeClr val="accent2"/>
                </a:solidFill>
              </a:defRPr>
            </a:lvl6pPr>
            <a:lvl7pPr lvl="6" algn="ctr" rtl="0">
              <a:spcBef>
                <a:spcPts val="0"/>
              </a:spcBef>
              <a:spcAft>
                <a:spcPts val="0"/>
              </a:spcAft>
              <a:buClr>
                <a:schemeClr val="accent2"/>
              </a:buClr>
              <a:buSzPts val="5200"/>
              <a:buNone/>
              <a:defRPr sz="5200">
                <a:solidFill>
                  <a:schemeClr val="accent2"/>
                </a:solidFill>
              </a:defRPr>
            </a:lvl7pPr>
            <a:lvl8pPr lvl="7" algn="ctr" rtl="0">
              <a:spcBef>
                <a:spcPts val="0"/>
              </a:spcBef>
              <a:spcAft>
                <a:spcPts val="0"/>
              </a:spcAft>
              <a:buClr>
                <a:schemeClr val="accent2"/>
              </a:buClr>
              <a:buSzPts val="5200"/>
              <a:buNone/>
              <a:defRPr sz="5200">
                <a:solidFill>
                  <a:schemeClr val="accent2"/>
                </a:solidFill>
              </a:defRPr>
            </a:lvl8pPr>
            <a:lvl9pPr lvl="8" algn="ctr" rtl="0">
              <a:spcBef>
                <a:spcPts val="0"/>
              </a:spcBef>
              <a:spcAft>
                <a:spcPts val="0"/>
              </a:spcAft>
              <a:buClr>
                <a:schemeClr val="accent2"/>
              </a:buClr>
              <a:buSzPts val="5200"/>
              <a:buNone/>
              <a:defRPr sz="5200">
                <a:solidFill>
                  <a:schemeClr val="accent2"/>
                </a:solidFill>
              </a:defRPr>
            </a:lvl9pPr>
          </a:lstStyle>
          <a:p>
            <a:endParaRPr/>
          </a:p>
        </p:txBody>
      </p:sp>
      <p:sp>
        <p:nvSpPr>
          <p:cNvPr id="10" name="Google Shape;10;p2"/>
          <p:cNvSpPr txBox="1">
            <a:spLocks noGrp="1"/>
          </p:cNvSpPr>
          <p:nvPr>
            <p:ph type="subTitle" idx="1"/>
          </p:nvPr>
        </p:nvSpPr>
        <p:spPr>
          <a:xfrm>
            <a:off x="3370950" y="2444400"/>
            <a:ext cx="2402100" cy="717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1200"/>
              <a:buNone/>
              <a:defRPr>
                <a:solidFill>
                  <a:schemeClr val="accent2"/>
                </a:solidFill>
              </a:defRPr>
            </a:lvl1pPr>
            <a:lvl2pPr lvl="1" algn="ctr" rtl="0">
              <a:lnSpc>
                <a:spcPct val="100000"/>
              </a:lnSpc>
              <a:spcBef>
                <a:spcPts val="0"/>
              </a:spcBef>
              <a:spcAft>
                <a:spcPts val="0"/>
              </a:spcAft>
              <a:buClr>
                <a:schemeClr val="accent2"/>
              </a:buClr>
              <a:buSzPts val="2800"/>
              <a:buNone/>
              <a:defRPr sz="2800">
                <a:solidFill>
                  <a:schemeClr val="accent2"/>
                </a:solidFill>
              </a:defRPr>
            </a:lvl2pPr>
            <a:lvl3pPr lvl="2" algn="ctr" rtl="0">
              <a:lnSpc>
                <a:spcPct val="100000"/>
              </a:lnSpc>
              <a:spcBef>
                <a:spcPts val="0"/>
              </a:spcBef>
              <a:spcAft>
                <a:spcPts val="0"/>
              </a:spcAft>
              <a:buClr>
                <a:schemeClr val="accent2"/>
              </a:buClr>
              <a:buSzPts val="2800"/>
              <a:buNone/>
              <a:defRPr sz="2800">
                <a:solidFill>
                  <a:schemeClr val="accent2"/>
                </a:solidFill>
              </a:defRPr>
            </a:lvl3pPr>
            <a:lvl4pPr lvl="3" algn="ctr" rtl="0">
              <a:lnSpc>
                <a:spcPct val="100000"/>
              </a:lnSpc>
              <a:spcBef>
                <a:spcPts val="0"/>
              </a:spcBef>
              <a:spcAft>
                <a:spcPts val="0"/>
              </a:spcAft>
              <a:buClr>
                <a:schemeClr val="accent2"/>
              </a:buClr>
              <a:buSzPts val="2800"/>
              <a:buNone/>
              <a:defRPr sz="2800">
                <a:solidFill>
                  <a:schemeClr val="accent2"/>
                </a:solidFill>
              </a:defRPr>
            </a:lvl4pPr>
            <a:lvl5pPr lvl="4" algn="ctr" rtl="0">
              <a:lnSpc>
                <a:spcPct val="100000"/>
              </a:lnSpc>
              <a:spcBef>
                <a:spcPts val="0"/>
              </a:spcBef>
              <a:spcAft>
                <a:spcPts val="0"/>
              </a:spcAft>
              <a:buClr>
                <a:schemeClr val="accent2"/>
              </a:buClr>
              <a:buSzPts val="2800"/>
              <a:buNone/>
              <a:defRPr sz="2800">
                <a:solidFill>
                  <a:schemeClr val="accent2"/>
                </a:solidFill>
              </a:defRPr>
            </a:lvl5pPr>
            <a:lvl6pPr lvl="5" algn="ctr" rtl="0">
              <a:lnSpc>
                <a:spcPct val="100000"/>
              </a:lnSpc>
              <a:spcBef>
                <a:spcPts val="0"/>
              </a:spcBef>
              <a:spcAft>
                <a:spcPts val="0"/>
              </a:spcAft>
              <a:buClr>
                <a:schemeClr val="accent2"/>
              </a:buClr>
              <a:buSzPts val="2800"/>
              <a:buNone/>
              <a:defRPr sz="2800">
                <a:solidFill>
                  <a:schemeClr val="accent2"/>
                </a:solidFill>
              </a:defRPr>
            </a:lvl6pPr>
            <a:lvl7pPr lvl="6" algn="ctr" rtl="0">
              <a:lnSpc>
                <a:spcPct val="100000"/>
              </a:lnSpc>
              <a:spcBef>
                <a:spcPts val="0"/>
              </a:spcBef>
              <a:spcAft>
                <a:spcPts val="0"/>
              </a:spcAft>
              <a:buClr>
                <a:schemeClr val="accent2"/>
              </a:buClr>
              <a:buSzPts val="2800"/>
              <a:buNone/>
              <a:defRPr sz="2800">
                <a:solidFill>
                  <a:schemeClr val="accent2"/>
                </a:solidFill>
              </a:defRPr>
            </a:lvl7pPr>
            <a:lvl8pPr lvl="7" algn="ctr" rtl="0">
              <a:lnSpc>
                <a:spcPct val="100000"/>
              </a:lnSpc>
              <a:spcBef>
                <a:spcPts val="0"/>
              </a:spcBef>
              <a:spcAft>
                <a:spcPts val="0"/>
              </a:spcAft>
              <a:buClr>
                <a:schemeClr val="accent2"/>
              </a:buClr>
              <a:buSzPts val="2800"/>
              <a:buNone/>
              <a:defRPr sz="2800">
                <a:solidFill>
                  <a:schemeClr val="accent2"/>
                </a:solidFill>
              </a:defRPr>
            </a:lvl8pPr>
            <a:lvl9pPr lvl="8" algn="ctr" rtl="0">
              <a:lnSpc>
                <a:spcPct val="100000"/>
              </a:lnSpc>
              <a:spcBef>
                <a:spcPts val="0"/>
              </a:spcBef>
              <a:spcAft>
                <a:spcPts val="0"/>
              </a:spcAft>
              <a:buClr>
                <a:schemeClr val="accent2"/>
              </a:buClr>
              <a:buSzPts val="2800"/>
              <a:buNone/>
              <a:defRPr sz="2800">
                <a:solidFill>
                  <a:schemeClr val="accent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ree columns 1">
  <p:cSld name="CUSTOM_12_1_1">
    <p:spTree>
      <p:nvGrpSpPr>
        <p:cNvPr id="1" name="Shape 11"/>
        <p:cNvGrpSpPr/>
        <p:nvPr/>
      </p:nvGrpSpPr>
      <p:grpSpPr>
        <a:xfrm>
          <a:off x="0" y="0"/>
          <a:ext cx="0" cy="0"/>
          <a:chOff x="0" y="0"/>
          <a:chExt cx="0" cy="0"/>
        </a:xfrm>
      </p:grpSpPr>
      <p:sp>
        <p:nvSpPr>
          <p:cNvPr id="12" name="Google Shape;12;p3"/>
          <p:cNvSpPr txBox="1">
            <a:spLocks noGrp="1"/>
          </p:cNvSpPr>
          <p:nvPr>
            <p:ph type="subTitle" idx="1"/>
          </p:nvPr>
        </p:nvSpPr>
        <p:spPr>
          <a:xfrm>
            <a:off x="1316463" y="2737978"/>
            <a:ext cx="1865400" cy="936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3" name="Google Shape;13;p3"/>
          <p:cNvSpPr txBox="1">
            <a:spLocks noGrp="1"/>
          </p:cNvSpPr>
          <p:nvPr>
            <p:ph type="subTitle" idx="2"/>
          </p:nvPr>
        </p:nvSpPr>
        <p:spPr>
          <a:xfrm>
            <a:off x="6253762" y="2726800"/>
            <a:ext cx="1865400" cy="93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4" name="Google Shape;14;p3"/>
          <p:cNvSpPr txBox="1">
            <a:spLocks noGrp="1"/>
          </p:cNvSpPr>
          <p:nvPr>
            <p:ph type="subTitle" idx="3"/>
          </p:nvPr>
        </p:nvSpPr>
        <p:spPr>
          <a:xfrm>
            <a:off x="3623208" y="915850"/>
            <a:ext cx="1865400" cy="93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5" name="Google Shape;15;p3"/>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16" name="Google Shape;16;p3"/>
          <p:cNvSpPr/>
          <p:nvPr/>
        </p:nvSpPr>
        <p:spPr>
          <a:xfrm flipH="1">
            <a:off x="2649025" y="-1201375"/>
            <a:ext cx="2761500" cy="556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_14">
    <p:spTree>
      <p:nvGrpSpPr>
        <p:cNvPr id="1" name="Shape 18"/>
        <p:cNvGrpSpPr/>
        <p:nvPr/>
      </p:nvGrpSpPr>
      <p:grpSpPr>
        <a:xfrm>
          <a:off x="0" y="0"/>
          <a:ext cx="0" cy="0"/>
          <a:chOff x="0" y="0"/>
          <a:chExt cx="0" cy="0"/>
        </a:xfrm>
      </p:grpSpPr>
      <p:sp>
        <p:nvSpPr>
          <p:cNvPr id="19" name="Google Shape;19;p4"/>
          <p:cNvSpPr txBox="1">
            <a:spLocks noGrp="1"/>
          </p:cNvSpPr>
          <p:nvPr>
            <p:ph type="ctrTitle"/>
          </p:nvPr>
        </p:nvSpPr>
        <p:spPr>
          <a:xfrm>
            <a:off x="2597546" y="651393"/>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0" name="Google Shape;20;p4"/>
          <p:cNvSpPr txBox="1">
            <a:spLocks noGrp="1"/>
          </p:cNvSpPr>
          <p:nvPr>
            <p:ph type="subTitle" idx="1"/>
          </p:nvPr>
        </p:nvSpPr>
        <p:spPr>
          <a:xfrm>
            <a:off x="2597546" y="1066441"/>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1" name="Google Shape;21;p4"/>
          <p:cNvSpPr txBox="1">
            <a:spLocks noGrp="1"/>
          </p:cNvSpPr>
          <p:nvPr>
            <p:ph type="title" idx="2" hasCustomPrompt="1"/>
          </p:nvPr>
        </p:nvSpPr>
        <p:spPr>
          <a:xfrm>
            <a:off x="1379938" y="957373"/>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2" name="Google Shape;22;p4"/>
          <p:cNvSpPr txBox="1">
            <a:spLocks noGrp="1"/>
          </p:cNvSpPr>
          <p:nvPr>
            <p:ph type="ctrTitle" idx="3"/>
          </p:nvPr>
        </p:nvSpPr>
        <p:spPr>
          <a:xfrm>
            <a:off x="3945275" y="1441980"/>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3" name="Google Shape;23;p4"/>
          <p:cNvSpPr txBox="1">
            <a:spLocks noGrp="1"/>
          </p:cNvSpPr>
          <p:nvPr>
            <p:ph type="subTitle" idx="4"/>
          </p:nvPr>
        </p:nvSpPr>
        <p:spPr>
          <a:xfrm>
            <a:off x="3945275" y="1855138"/>
            <a:ext cx="19767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4" name="Google Shape;24;p4"/>
          <p:cNvSpPr txBox="1">
            <a:spLocks noGrp="1"/>
          </p:cNvSpPr>
          <p:nvPr>
            <p:ph type="title" idx="5" hasCustomPrompt="1"/>
          </p:nvPr>
        </p:nvSpPr>
        <p:spPr>
          <a:xfrm>
            <a:off x="4296163" y="2883137"/>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4"/>
          <p:cNvSpPr txBox="1">
            <a:spLocks noGrp="1"/>
          </p:cNvSpPr>
          <p:nvPr>
            <p:ph type="ctrTitle" idx="6"/>
          </p:nvPr>
        </p:nvSpPr>
        <p:spPr>
          <a:xfrm>
            <a:off x="5280206" y="2244642"/>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6" name="Google Shape;26;p4"/>
          <p:cNvSpPr txBox="1">
            <a:spLocks noGrp="1"/>
          </p:cNvSpPr>
          <p:nvPr>
            <p:ph type="subTitle" idx="7"/>
          </p:nvPr>
        </p:nvSpPr>
        <p:spPr>
          <a:xfrm>
            <a:off x="5280206" y="2657791"/>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27" name="Google Shape;27;p4"/>
          <p:cNvSpPr txBox="1">
            <a:spLocks noGrp="1"/>
          </p:cNvSpPr>
          <p:nvPr>
            <p:ph type="title" idx="8" hasCustomPrompt="1"/>
          </p:nvPr>
        </p:nvSpPr>
        <p:spPr>
          <a:xfrm>
            <a:off x="3426838" y="2242634"/>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8" name="Google Shape;28;p4"/>
          <p:cNvSpPr txBox="1">
            <a:spLocks noGrp="1"/>
          </p:cNvSpPr>
          <p:nvPr>
            <p:ph type="ctrTitle" idx="9"/>
          </p:nvPr>
        </p:nvSpPr>
        <p:spPr>
          <a:xfrm>
            <a:off x="6444878" y="3030582"/>
            <a:ext cx="22518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29" name="Google Shape;29;p4"/>
          <p:cNvSpPr txBox="1">
            <a:spLocks noGrp="1"/>
          </p:cNvSpPr>
          <p:nvPr>
            <p:ph type="subTitle" idx="13"/>
          </p:nvPr>
        </p:nvSpPr>
        <p:spPr>
          <a:xfrm>
            <a:off x="6444878" y="3445631"/>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sp>
        <p:nvSpPr>
          <p:cNvPr id="30" name="Google Shape;30;p4"/>
          <p:cNvSpPr txBox="1">
            <a:spLocks noGrp="1"/>
          </p:cNvSpPr>
          <p:nvPr>
            <p:ph type="title" idx="14" hasCustomPrompt="1"/>
          </p:nvPr>
        </p:nvSpPr>
        <p:spPr>
          <a:xfrm>
            <a:off x="2438988" y="1570510"/>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31" name="Google Shape;31;p4"/>
          <p:cNvSpPr txBox="1">
            <a:spLocks noGrp="1"/>
          </p:cNvSpPr>
          <p:nvPr>
            <p:ph type="ctrTitle" idx="15"/>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32" name="Google Shape;32;p4"/>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4"/>
          <p:cNvPicPr preferRelativeResize="0"/>
          <p:nvPr/>
        </p:nvPicPr>
        <p:blipFill rotWithShape="1">
          <a:blip r:embed="rId2">
            <a:alphaModFix/>
          </a:blip>
          <a:srcRect l="-5163" r="-5163"/>
          <a:stretch/>
        </p:blipFill>
        <p:spPr>
          <a:xfrm>
            <a:off x="1858738" y="998175"/>
            <a:ext cx="627975" cy="1192426"/>
          </a:xfrm>
          <a:prstGeom prst="rect">
            <a:avLst/>
          </a:prstGeom>
          <a:noFill/>
          <a:ln>
            <a:noFill/>
          </a:ln>
        </p:spPr>
      </p:pic>
      <p:pic>
        <p:nvPicPr>
          <p:cNvPr id="34" name="Google Shape;34;p4"/>
          <p:cNvPicPr preferRelativeResize="0"/>
          <p:nvPr/>
        </p:nvPicPr>
        <p:blipFill rotWithShape="1">
          <a:blip r:embed="rId3">
            <a:alphaModFix/>
          </a:blip>
          <a:srcRect l="-6985" r="-6974"/>
          <a:stretch/>
        </p:blipFill>
        <p:spPr>
          <a:xfrm>
            <a:off x="3143619" y="1788688"/>
            <a:ext cx="587575" cy="1192425"/>
          </a:xfrm>
          <a:prstGeom prst="rect">
            <a:avLst/>
          </a:prstGeom>
          <a:noFill/>
          <a:ln>
            <a:noFill/>
          </a:ln>
        </p:spPr>
      </p:pic>
      <p:pic>
        <p:nvPicPr>
          <p:cNvPr id="35" name="Google Shape;35;p4"/>
          <p:cNvPicPr preferRelativeResize="0"/>
          <p:nvPr/>
        </p:nvPicPr>
        <p:blipFill rotWithShape="1">
          <a:blip r:embed="rId4">
            <a:alphaModFix/>
          </a:blip>
          <a:srcRect l="-1093" r="-1083"/>
          <a:stretch/>
        </p:blipFill>
        <p:spPr>
          <a:xfrm>
            <a:off x="5571661" y="3375372"/>
            <a:ext cx="661125" cy="1163225"/>
          </a:xfrm>
          <a:prstGeom prst="rect">
            <a:avLst/>
          </a:prstGeom>
          <a:noFill/>
          <a:ln>
            <a:noFill/>
          </a:ln>
        </p:spPr>
      </p:pic>
      <p:pic>
        <p:nvPicPr>
          <p:cNvPr id="36" name="Google Shape;36;p4"/>
          <p:cNvPicPr preferRelativeResize="0"/>
          <p:nvPr/>
        </p:nvPicPr>
        <p:blipFill rotWithShape="1">
          <a:blip r:embed="rId5">
            <a:alphaModFix/>
          </a:blip>
          <a:srcRect l="-17075" r="-17062"/>
          <a:stretch/>
        </p:blipFill>
        <p:spPr>
          <a:xfrm>
            <a:off x="4312130" y="2586506"/>
            <a:ext cx="759475" cy="120955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ext 1">
  <p:cSld name="CUSTOM_15">
    <p:spTree>
      <p:nvGrpSpPr>
        <p:cNvPr id="1" name="Shape 37"/>
        <p:cNvGrpSpPr/>
        <p:nvPr/>
      </p:nvGrpSpPr>
      <p:grpSpPr>
        <a:xfrm>
          <a:off x="0" y="0"/>
          <a:ext cx="0" cy="0"/>
          <a:chOff x="0" y="0"/>
          <a:chExt cx="0" cy="0"/>
        </a:xfrm>
      </p:grpSpPr>
      <p:sp>
        <p:nvSpPr>
          <p:cNvPr id="38" name="Google Shape;38;p5"/>
          <p:cNvSpPr txBox="1">
            <a:spLocks noGrp="1"/>
          </p:cNvSpPr>
          <p:nvPr>
            <p:ph type="subTitle" idx="1"/>
          </p:nvPr>
        </p:nvSpPr>
        <p:spPr>
          <a:xfrm>
            <a:off x="2828850" y="2085625"/>
            <a:ext cx="3029100" cy="149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39" name="Google Shape;39;p5"/>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40" name="Google Shape;40;p5"/>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design">
  <p:cSld name="CUSTOM_18">
    <p:spTree>
      <p:nvGrpSpPr>
        <p:cNvPr id="1" name="Shape 41"/>
        <p:cNvGrpSpPr/>
        <p:nvPr/>
      </p:nvGrpSpPr>
      <p:grpSpPr>
        <a:xfrm>
          <a:off x="0" y="0"/>
          <a:ext cx="0" cy="0"/>
          <a:chOff x="0" y="0"/>
          <a:chExt cx="0" cy="0"/>
        </a:xfrm>
      </p:grpSpPr>
      <p:sp>
        <p:nvSpPr>
          <p:cNvPr id="42" name="Google Shape;42;p6"/>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43" name="Google Shape;43;p6"/>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CUSTOM_16_1">
    <p:spTree>
      <p:nvGrpSpPr>
        <p:cNvPr id="1" name="Shape 44"/>
        <p:cNvGrpSpPr/>
        <p:nvPr/>
      </p:nvGrpSpPr>
      <p:grpSpPr>
        <a:xfrm>
          <a:off x="0" y="0"/>
          <a:ext cx="0" cy="0"/>
          <a:chOff x="0" y="0"/>
          <a:chExt cx="0" cy="0"/>
        </a:xfrm>
      </p:grpSpPr>
      <p:sp>
        <p:nvSpPr>
          <p:cNvPr id="45" name="Google Shape;45;p7"/>
          <p:cNvSpPr txBox="1">
            <a:spLocks noGrp="1"/>
          </p:cNvSpPr>
          <p:nvPr>
            <p:ph type="subTitle" idx="1"/>
          </p:nvPr>
        </p:nvSpPr>
        <p:spPr>
          <a:xfrm>
            <a:off x="2213250" y="1780575"/>
            <a:ext cx="4717500" cy="631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
        <p:nvSpPr>
          <p:cNvPr id="46" name="Google Shape;46;p7"/>
          <p:cNvSpPr txBox="1">
            <a:spLocks noGrp="1"/>
          </p:cNvSpPr>
          <p:nvPr>
            <p:ph type="subTitle" idx="2"/>
          </p:nvPr>
        </p:nvSpPr>
        <p:spPr>
          <a:xfrm>
            <a:off x="3667500" y="2556775"/>
            <a:ext cx="1809000" cy="213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atin typeface="Unica One"/>
                <a:ea typeface="Unica One"/>
                <a:cs typeface="Unica One"/>
                <a:sym typeface="Unica One"/>
              </a:defRPr>
            </a:lvl1pPr>
            <a:lvl2pPr lvl="1" algn="ctr" rtl="0">
              <a:spcBef>
                <a:spcPts val="1600"/>
              </a:spcBef>
              <a:spcAft>
                <a:spcPts val="0"/>
              </a:spcAft>
              <a:buNone/>
              <a:defRPr/>
            </a:lvl2pPr>
            <a:lvl3pPr lvl="2" algn="ctr" rtl="0">
              <a:spcBef>
                <a:spcPts val="1600"/>
              </a:spcBef>
              <a:spcAft>
                <a:spcPts val="0"/>
              </a:spcAft>
              <a:buNone/>
              <a:defRPr/>
            </a:lvl3pPr>
            <a:lvl4pPr lvl="3" algn="ctr" rtl="0">
              <a:spcBef>
                <a:spcPts val="1600"/>
              </a:spcBef>
              <a:spcAft>
                <a:spcPts val="0"/>
              </a:spcAft>
              <a:buNone/>
              <a:defRPr/>
            </a:lvl4pPr>
            <a:lvl5pPr lvl="4" algn="ctr" rtl="0">
              <a:spcBef>
                <a:spcPts val="1600"/>
              </a:spcBef>
              <a:spcAft>
                <a:spcPts val="0"/>
              </a:spcAft>
              <a:buNone/>
              <a:defRPr/>
            </a:lvl5pPr>
            <a:lvl6pPr lvl="5" algn="ctr" rtl="0">
              <a:spcBef>
                <a:spcPts val="1600"/>
              </a:spcBef>
              <a:spcAft>
                <a:spcPts val="0"/>
              </a:spcAft>
              <a:buNone/>
              <a:defRPr/>
            </a:lvl6pPr>
            <a:lvl7pPr lvl="6" algn="ctr" rtl="0">
              <a:spcBef>
                <a:spcPts val="1600"/>
              </a:spcBef>
              <a:spcAft>
                <a:spcPts val="0"/>
              </a:spcAft>
              <a:buNone/>
              <a:defRPr/>
            </a:lvl7pPr>
            <a:lvl8pPr lvl="7" algn="ctr" rtl="0">
              <a:spcBef>
                <a:spcPts val="1600"/>
              </a:spcBef>
              <a:spcAft>
                <a:spcPts val="0"/>
              </a:spcAft>
              <a:buNone/>
              <a:defRPr/>
            </a:lvl8pPr>
            <a:lvl9pPr lvl="8" algn="ctr" rtl="0">
              <a:spcBef>
                <a:spcPts val="1600"/>
              </a:spcBef>
              <a:spcAft>
                <a:spcPts val="160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s ">
  <p:cSld name="TITLE_ONLY_3">
    <p:spTree>
      <p:nvGrpSpPr>
        <p:cNvPr id="1" name="Shape 47"/>
        <p:cNvGrpSpPr/>
        <p:nvPr/>
      </p:nvGrpSpPr>
      <p:grpSpPr>
        <a:xfrm>
          <a:off x="0" y="0"/>
          <a:ext cx="0" cy="0"/>
          <a:chOff x="0" y="0"/>
          <a:chExt cx="0" cy="0"/>
        </a:xfrm>
      </p:grpSpPr>
      <p:sp>
        <p:nvSpPr>
          <p:cNvPr id="48" name="Google Shape;48;p8"/>
          <p:cNvSpPr txBox="1">
            <a:spLocks noGrp="1"/>
          </p:cNvSpPr>
          <p:nvPr>
            <p:ph type="ctrTitle"/>
          </p:nvPr>
        </p:nvSpPr>
        <p:spPr>
          <a:xfrm>
            <a:off x="-7500" y="644663"/>
            <a:ext cx="4567800" cy="94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9" name="Google Shape;49;p8"/>
          <p:cNvSpPr txBox="1">
            <a:spLocks noGrp="1"/>
          </p:cNvSpPr>
          <p:nvPr>
            <p:ph type="subTitle" idx="1"/>
          </p:nvPr>
        </p:nvSpPr>
        <p:spPr>
          <a:xfrm>
            <a:off x="877800" y="1499300"/>
            <a:ext cx="27972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50" name="Google Shape;50;p8"/>
          <p:cNvSpPr txBox="1">
            <a:spLocks noGrp="1"/>
          </p:cNvSpPr>
          <p:nvPr>
            <p:ph type="subTitle" idx="2"/>
          </p:nvPr>
        </p:nvSpPr>
        <p:spPr>
          <a:xfrm>
            <a:off x="5455475" y="1499300"/>
            <a:ext cx="2797200" cy="111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51" name="Google Shape;51;p8"/>
          <p:cNvSpPr txBox="1">
            <a:spLocks noGrp="1"/>
          </p:cNvSpPr>
          <p:nvPr>
            <p:ph type="ctrTitle" idx="3"/>
          </p:nvPr>
        </p:nvSpPr>
        <p:spPr>
          <a:xfrm>
            <a:off x="4560425" y="644663"/>
            <a:ext cx="4587300" cy="94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lumns 2">
  <p:cSld name="TITLE_ONLY_2_1">
    <p:spTree>
      <p:nvGrpSpPr>
        <p:cNvPr id="1" name="Shape 52"/>
        <p:cNvGrpSpPr/>
        <p:nvPr/>
      </p:nvGrpSpPr>
      <p:grpSpPr>
        <a:xfrm>
          <a:off x="0" y="0"/>
          <a:ext cx="0" cy="0"/>
          <a:chOff x="0" y="0"/>
          <a:chExt cx="0" cy="0"/>
        </a:xfrm>
      </p:grpSpPr>
      <p:sp>
        <p:nvSpPr>
          <p:cNvPr id="53" name="Google Shape;53;p9"/>
          <p:cNvSpPr txBox="1">
            <a:spLocks noGrp="1"/>
          </p:cNvSpPr>
          <p:nvPr>
            <p:ph type="subTitle" idx="1"/>
          </p:nvPr>
        </p:nvSpPr>
        <p:spPr>
          <a:xfrm>
            <a:off x="2640241" y="1227261"/>
            <a:ext cx="2602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54" name="Google Shape;54;p9"/>
          <p:cNvSpPr txBox="1">
            <a:spLocks noGrp="1"/>
          </p:cNvSpPr>
          <p:nvPr>
            <p:ph type="subTitle" idx="2"/>
          </p:nvPr>
        </p:nvSpPr>
        <p:spPr>
          <a:xfrm>
            <a:off x="1832400" y="2236096"/>
            <a:ext cx="2602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55" name="Google Shape;55;p9"/>
          <p:cNvSpPr txBox="1">
            <a:spLocks noGrp="1"/>
          </p:cNvSpPr>
          <p:nvPr>
            <p:ph type="ctrTitle"/>
          </p:nvPr>
        </p:nvSpPr>
        <p:spPr>
          <a:xfrm>
            <a:off x="2623486" y="994861"/>
            <a:ext cx="2619300" cy="3849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r" rtl="0">
              <a:spcBef>
                <a:spcPts val="0"/>
              </a:spcBef>
              <a:spcAft>
                <a:spcPts val="0"/>
              </a:spcAft>
              <a:buSzPts val="1600"/>
              <a:buFont typeface="Unica One"/>
              <a:buNone/>
              <a:defRPr sz="1600">
                <a:latin typeface="Unica One"/>
                <a:ea typeface="Unica One"/>
                <a:cs typeface="Unica One"/>
                <a:sym typeface="Unica One"/>
              </a:defRPr>
            </a:lvl2pPr>
            <a:lvl3pPr lvl="2" algn="r" rtl="0">
              <a:spcBef>
                <a:spcPts val="0"/>
              </a:spcBef>
              <a:spcAft>
                <a:spcPts val="0"/>
              </a:spcAft>
              <a:buSzPts val="1600"/>
              <a:buFont typeface="Unica One"/>
              <a:buNone/>
              <a:defRPr sz="1600">
                <a:latin typeface="Unica One"/>
                <a:ea typeface="Unica One"/>
                <a:cs typeface="Unica One"/>
                <a:sym typeface="Unica One"/>
              </a:defRPr>
            </a:lvl3pPr>
            <a:lvl4pPr lvl="3" algn="r" rtl="0">
              <a:spcBef>
                <a:spcPts val="0"/>
              </a:spcBef>
              <a:spcAft>
                <a:spcPts val="0"/>
              </a:spcAft>
              <a:buSzPts val="1600"/>
              <a:buFont typeface="Unica One"/>
              <a:buNone/>
              <a:defRPr sz="1600">
                <a:latin typeface="Unica One"/>
                <a:ea typeface="Unica One"/>
                <a:cs typeface="Unica One"/>
                <a:sym typeface="Unica One"/>
              </a:defRPr>
            </a:lvl4pPr>
            <a:lvl5pPr lvl="4" algn="r" rtl="0">
              <a:spcBef>
                <a:spcPts val="0"/>
              </a:spcBef>
              <a:spcAft>
                <a:spcPts val="0"/>
              </a:spcAft>
              <a:buSzPts val="1600"/>
              <a:buFont typeface="Unica One"/>
              <a:buNone/>
              <a:defRPr sz="1600">
                <a:latin typeface="Unica One"/>
                <a:ea typeface="Unica One"/>
                <a:cs typeface="Unica One"/>
                <a:sym typeface="Unica One"/>
              </a:defRPr>
            </a:lvl5pPr>
            <a:lvl6pPr lvl="5" algn="r" rtl="0">
              <a:spcBef>
                <a:spcPts val="0"/>
              </a:spcBef>
              <a:spcAft>
                <a:spcPts val="0"/>
              </a:spcAft>
              <a:buSzPts val="1600"/>
              <a:buFont typeface="Unica One"/>
              <a:buNone/>
              <a:defRPr sz="1600">
                <a:latin typeface="Unica One"/>
                <a:ea typeface="Unica One"/>
                <a:cs typeface="Unica One"/>
                <a:sym typeface="Unica One"/>
              </a:defRPr>
            </a:lvl6pPr>
            <a:lvl7pPr lvl="6" algn="r" rtl="0">
              <a:spcBef>
                <a:spcPts val="0"/>
              </a:spcBef>
              <a:spcAft>
                <a:spcPts val="0"/>
              </a:spcAft>
              <a:buSzPts val="1600"/>
              <a:buFont typeface="Unica One"/>
              <a:buNone/>
              <a:defRPr sz="1600">
                <a:latin typeface="Unica One"/>
                <a:ea typeface="Unica One"/>
                <a:cs typeface="Unica One"/>
                <a:sym typeface="Unica One"/>
              </a:defRPr>
            </a:lvl7pPr>
            <a:lvl8pPr lvl="7" algn="r" rtl="0">
              <a:spcBef>
                <a:spcPts val="0"/>
              </a:spcBef>
              <a:spcAft>
                <a:spcPts val="0"/>
              </a:spcAft>
              <a:buSzPts val="1600"/>
              <a:buFont typeface="Unica One"/>
              <a:buNone/>
              <a:defRPr sz="1600">
                <a:latin typeface="Unica One"/>
                <a:ea typeface="Unica One"/>
                <a:cs typeface="Unica One"/>
                <a:sym typeface="Unica One"/>
              </a:defRPr>
            </a:lvl8pPr>
            <a:lvl9pPr lvl="8" algn="r" rtl="0">
              <a:spcBef>
                <a:spcPts val="0"/>
              </a:spcBef>
              <a:spcAft>
                <a:spcPts val="0"/>
              </a:spcAft>
              <a:buSzPts val="1600"/>
              <a:buFont typeface="Unica One"/>
              <a:buNone/>
              <a:defRPr sz="1600">
                <a:latin typeface="Unica One"/>
                <a:ea typeface="Unica One"/>
                <a:cs typeface="Unica One"/>
                <a:sym typeface="Unica One"/>
              </a:defRPr>
            </a:lvl9pPr>
          </a:lstStyle>
          <a:p>
            <a:endParaRPr/>
          </a:p>
        </p:txBody>
      </p:sp>
      <p:sp>
        <p:nvSpPr>
          <p:cNvPr id="56" name="Google Shape;56;p9"/>
          <p:cNvSpPr txBox="1">
            <a:spLocks noGrp="1"/>
          </p:cNvSpPr>
          <p:nvPr>
            <p:ph type="ctrTitle" idx="3"/>
          </p:nvPr>
        </p:nvSpPr>
        <p:spPr>
          <a:xfrm>
            <a:off x="1815600" y="2003696"/>
            <a:ext cx="2619300" cy="3849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r" rtl="0">
              <a:spcBef>
                <a:spcPts val="0"/>
              </a:spcBef>
              <a:spcAft>
                <a:spcPts val="0"/>
              </a:spcAft>
              <a:buSzPts val="1600"/>
              <a:buFont typeface="Unica One"/>
              <a:buNone/>
              <a:defRPr sz="1600">
                <a:latin typeface="Unica One"/>
                <a:ea typeface="Unica One"/>
                <a:cs typeface="Unica One"/>
                <a:sym typeface="Unica One"/>
              </a:defRPr>
            </a:lvl2pPr>
            <a:lvl3pPr lvl="2" algn="r" rtl="0">
              <a:spcBef>
                <a:spcPts val="0"/>
              </a:spcBef>
              <a:spcAft>
                <a:spcPts val="0"/>
              </a:spcAft>
              <a:buSzPts val="1600"/>
              <a:buFont typeface="Unica One"/>
              <a:buNone/>
              <a:defRPr sz="1600">
                <a:latin typeface="Unica One"/>
                <a:ea typeface="Unica One"/>
                <a:cs typeface="Unica One"/>
                <a:sym typeface="Unica One"/>
              </a:defRPr>
            </a:lvl3pPr>
            <a:lvl4pPr lvl="3" algn="r" rtl="0">
              <a:spcBef>
                <a:spcPts val="0"/>
              </a:spcBef>
              <a:spcAft>
                <a:spcPts val="0"/>
              </a:spcAft>
              <a:buSzPts val="1600"/>
              <a:buFont typeface="Unica One"/>
              <a:buNone/>
              <a:defRPr sz="1600">
                <a:latin typeface="Unica One"/>
                <a:ea typeface="Unica One"/>
                <a:cs typeface="Unica One"/>
                <a:sym typeface="Unica One"/>
              </a:defRPr>
            </a:lvl4pPr>
            <a:lvl5pPr lvl="4" algn="r" rtl="0">
              <a:spcBef>
                <a:spcPts val="0"/>
              </a:spcBef>
              <a:spcAft>
                <a:spcPts val="0"/>
              </a:spcAft>
              <a:buSzPts val="1600"/>
              <a:buFont typeface="Unica One"/>
              <a:buNone/>
              <a:defRPr sz="1600">
                <a:latin typeface="Unica One"/>
                <a:ea typeface="Unica One"/>
                <a:cs typeface="Unica One"/>
                <a:sym typeface="Unica One"/>
              </a:defRPr>
            </a:lvl5pPr>
            <a:lvl6pPr lvl="5" algn="r" rtl="0">
              <a:spcBef>
                <a:spcPts val="0"/>
              </a:spcBef>
              <a:spcAft>
                <a:spcPts val="0"/>
              </a:spcAft>
              <a:buSzPts val="1600"/>
              <a:buFont typeface="Unica One"/>
              <a:buNone/>
              <a:defRPr sz="1600">
                <a:latin typeface="Unica One"/>
                <a:ea typeface="Unica One"/>
                <a:cs typeface="Unica One"/>
                <a:sym typeface="Unica One"/>
              </a:defRPr>
            </a:lvl6pPr>
            <a:lvl7pPr lvl="6" algn="r" rtl="0">
              <a:spcBef>
                <a:spcPts val="0"/>
              </a:spcBef>
              <a:spcAft>
                <a:spcPts val="0"/>
              </a:spcAft>
              <a:buSzPts val="1600"/>
              <a:buFont typeface="Unica One"/>
              <a:buNone/>
              <a:defRPr sz="1600">
                <a:latin typeface="Unica One"/>
                <a:ea typeface="Unica One"/>
                <a:cs typeface="Unica One"/>
                <a:sym typeface="Unica One"/>
              </a:defRPr>
            </a:lvl7pPr>
            <a:lvl8pPr lvl="7" algn="r" rtl="0">
              <a:spcBef>
                <a:spcPts val="0"/>
              </a:spcBef>
              <a:spcAft>
                <a:spcPts val="0"/>
              </a:spcAft>
              <a:buSzPts val="1600"/>
              <a:buFont typeface="Unica One"/>
              <a:buNone/>
              <a:defRPr sz="1600">
                <a:latin typeface="Unica One"/>
                <a:ea typeface="Unica One"/>
                <a:cs typeface="Unica One"/>
                <a:sym typeface="Unica One"/>
              </a:defRPr>
            </a:lvl8pPr>
            <a:lvl9pPr lvl="8" algn="r" rtl="0">
              <a:spcBef>
                <a:spcPts val="0"/>
              </a:spcBef>
              <a:spcAft>
                <a:spcPts val="0"/>
              </a:spcAft>
              <a:buSzPts val="1600"/>
              <a:buFont typeface="Unica One"/>
              <a:buNone/>
              <a:defRPr sz="1600">
                <a:latin typeface="Unica One"/>
                <a:ea typeface="Unica One"/>
                <a:cs typeface="Unica One"/>
                <a:sym typeface="Unica One"/>
              </a:defRPr>
            </a:lvl9pPr>
          </a:lstStyle>
          <a:p>
            <a:endParaRPr/>
          </a:p>
        </p:txBody>
      </p:sp>
      <p:sp>
        <p:nvSpPr>
          <p:cNvPr id="57" name="Google Shape;57;p9"/>
          <p:cNvSpPr txBox="1">
            <a:spLocks noGrp="1"/>
          </p:cNvSpPr>
          <p:nvPr>
            <p:ph type="subTitle" idx="4"/>
          </p:nvPr>
        </p:nvSpPr>
        <p:spPr>
          <a:xfrm>
            <a:off x="994200" y="3244639"/>
            <a:ext cx="26025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58" name="Google Shape;58;p9"/>
          <p:cNvSpPr txBox="1">
            <a:spLocks noGrp="1"/>
          </p:cNvSpPr>
          <p:nvPr>
            <p:ph type="ctrTitle" idx="5"/>
          </p:nvPr>
        </p:nvSpPr>
        <p:spPr>
          <a:xfrm>
            <a:off x="977400" y="3012239"/>
            <a:ext cx="2619300" cy="3849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1600"/>
            </a:lvl1pPr>
            <a:lvl2pPr lvl="1" algn="r" rtl="0">
              <a:spcBef>
                <a:spcPts val="0"/>
              </a:spcBef>
              <a:spcAft>
                <a:spcPts val="0"/>
              </a:spcAft>
              <a:buSzPts val="1600"/>
              <a:buFont typeface="Unica One"/>
              <a:buNone/>
              <a:defRPr sz="1600">
                <a:latin typeface="Unica One"/>
                <a:ea typeface="Unica One"/>
                <a:cs typeface="Unica One"/>
                <a:sym typeface="Unica One"/>
              </a:defRPr>
            </a:lvl2pPr>
            <a:lvl3pPr lvl="2" algn="r" rtl="0">
              <a:spcBef>
                <a:spcPts val="0"/>
              </a:spcBef>
              <a:spcAft>
                <a:spcPts val="0"/>
              </a:spcAft>
              <a:buSzPts val="1600"/>
              <a:buFont typeface="Unica One"/>
              <a:buNone/>
              <a:defRPr sz="1600">
                <a:latin typeface="Unica One"/>
                <a:ea typeface="Unica One"/>
                <a:cs typeface="Unica One"/>
                <a:sym typeface="Unica One"/>
              </a:defRPr>
            </a:lvl3pPr>
            <a:lvl4pPr lvl="3" algn="r" rtl="0">
              <a:spcBef>
                <a:spcPts val="0"/>
              </a:spcBef>
              <a:spcAft>
                <a:spcPts val="0"/>
              </a:spcAft>
              <a:buSzPts val="1600"/>
              <a:buFont typeface="Unica One"/>
              <a:buNone/>
              <a:defRPr sz="1600">
                <a:latin typeface="Unica One"/>
                <a:ea typeface="Unica One"/>
                <a:cs typeface="Unica One"/>
                <a:sym typeface="Unica One"/>
              </a:defRPr>
            </a:lvl4pPr>
            <a:lvl5pPr lvl="4" algn="r" rtl="0">
              <a:spcBef>
                <a:spcPts val="0"/>
              </a:spcBef>
              <a:spcAft>
                <a:spcPts val="0"/>
              </a:spcAft>
              <a:buSzPts val="1600"/>
              <a:buFont typeface="Unica One"/>
              <a:buNone/>
              <a:defRPr sz="1600">
                <a:latin typeface="Unica One"/>
                <a:ea typeface="Unica One"/>
                <a:cs typeface="Unica One"/>
                <a:sym typeface="Unica One"/>
              </a:defRPr>
            </a:lvl5pPr>
            <a:lvl6pPr lvl="5" algn="r" rtl="0">
              <a:spcBef>
                <a:spcPts val="0"/>
              </a:spcBef>
              <a:spcAft>
                <a:spcPts val="0"/>
              </a:spcAft>
              <a:buSzPts val="1600"/>
              <a:buFont typeface="Unica One"/>
              <a:buNone/>
              <a:defRPr sz="1600">
                <a:latin typeface="Unica One"/>
                <a:ea typeface="Unica One"/>
                <a:cs typeface="Unica One"/>
                <a:sym typeface="Unica One"/>
              </a:defRPr>
            </a:lvl6pPr>
            <a:lvl7pPr lvl="6" algn="r" rtl="0">
              <a:spcBef>
                <a:spcPts val="0"/>
              </a:spcBef>
              <a:spcAft>
                <a:spcPts val="0"/>
              </a:spcAft>
              <a:buSzPts val="1600"/>
              <a:buFont typeface="Unica One"/>
              <a:buNone/>
              <a:defRPr sz="1600">
                <a:latin typeface="Unica One"/>
                <a:ea typeface="Unica One"/>
                <a:cs typeface="Unica One"/>
                <a:sym typeface="Unica One"/>
              </a:defRPr>
            </a:lvl7pPr>
            <a:lvl8pPr lvl="7" algn="r" rtl="0">
              <a:spcBef>
                <a:spcPts val="0"/>
              </a:spcBef>
              <a:spcAft>
                <a:spcPts val="0"/>
              </a:spcAft>
              <a:buSzPts val="1600"/>
              <a:buFont typeface="Unica One"/>
              <a:buNone/>
              <a:defRPr sz="1600">
                <a:latin typeface="Unica One"/>
                <a:ea typeface="Unica One"/>
                <a:cs typeface="Unica One"/>
                <a:sym typeface="Unica One"/>
              </a:defRPr>
            </a:lvl8pPr>
            <a:lvl9pPr lvl="8" algn="r" rtl="0">
              <a:spcBef>
                <a:spcPts val="0"/>
              </a:spcBef>
              <a:spcAft>
                <a:spcPts val="0"/>
              </a:spcAft>
              <a:buSzPts val="1600"/>
              <a:buFont typeface="Unica One"/>
              <a:buNone/>
              <a:defRPr sz="1600">
                <a:latin typeface="Unica One"/>
                <a:ea typeface="Unica One"/>
                <a:cs typeface="Unica One"/>
                <a:sym typeface="Unica One"/>
              </a:defRPr>
            </a:lvl9pPr>
          </a:lstStyle>
          <a:p>
            <a:endParaRPr/>
          </a:p>
        </p:txBody>
      </p:sp>
      <p:sp>
        <p:nvSpPr>
          <p:cNvPr id="59" name="Google Shape;59;p9"/>
          <p:cNvSpPr txBox="1">
            <a:spLocks noGrp="1"/>
          </p:cNvSpPr>
          <p:nvPr>
            <p:ph type="ctrTitle" idx="6"/>
          </p:nvPr>
        </p:nvSpPr>
        <p:spPr>
          <a:xfrm>
            <a:off x="720000" y="377975"/>
            <a:ext cx="12492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60" name="Google Shape;60;p9"/>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ext 2">
  <p:cSld name="CUSTOM_11_1_2_1">
    <p:spTree>
      <p:nvGrpSpPr>
        <p:cNvPr id="1" name="Shape 61"/>
        <p:cNvGrpSpPr/>
        <p:nvPr/>
      </p:nvGrpSpPr>
      <p:grpSpPr>
        <a:xfrm>
          <a:off x="0" y="0"/>
          <a:ext cx="0" cy="0"/>
          <a:chOff x="0" y="0"/>
          <a:chExt cx="0" cy="0"/>
        </a:xfrm>
      </p:grpSpPr>
      <p:sp>
        <p:nvSpPr>
          <p:cNvPr id="62" name="Google Shape;62;p10"/>
          <p:cNvSpPr txBox="1">
            <a:spLocks noGrp="1"/>
          </p:cNvSpPr>
          <p:nvPr>
            <p:ph type="ctrTitle"/>
          </p:nvPr>
        </p:nvSpPr>
        <p:spPr>
          <a:xfrm>
            <a:off x="2638350" y="-156902"/>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algn="ctr" rtl="0">
              <a:spcBef>
                <a:spcPts val="0"/>
              </a:spcBef>
              <a:spcAft>
                <a:spcPts val="0"/>
              </a:spcAft>
              <a:buClr>
                <a:srgbClr val="FFFFFF"/>
              </a:buClr>
              <a:buSzPts val="1600"/>
              <a:buNone/>
              <a:defRPr sz="1600">
                <a:solidFill>
                  <a:srgbClr val="FFFFFF"/>
                </a:solidFill>
              </a:defRPr>
            </a:lvl2pPr>
            <a:lvl3pPr lvl="2" algn="ctr" rtl="0">
              <a:spcBef>
                <a:spcPts val="0"/>
              </a:spcBef>
              <a:spcAft>
                <a:spcPts val="0"/>
              </a:spcAft>
              <a:buClr>
                <a:srgbClr val="FFFFFF"/>
              </a:buClr>
              <a:buSzPts val="1600"/>
              <a:buNone/>
              <a:defRPr sz="1600">
                <a:solidFill>
                  <a:srgbClr val="FFFFFF"/>
                </a:solidFill>
              </a:defRPr>
            </a:lvl3pPr>
            <a:lvl4pPr lvl="3" algn="ctr" rtl="0">
              <a:spcBef>
                <a:spcPts val="0"/>
              </a:spcBef>
              <a:spcAft>
                <a:spcPts val="0"/>
              </a:spcAft>
              <a:buClr>
                <a:srgbClr val="FFFFFF"/>
              </a:buClr>
              <a:buSzPts val="1600"/>
              <a:buNone/>
              <a:defRPr sz="1600">
                <a:solidFill>
                  <a:srgbClr val="FFFFFF"/>
                </a:solidFill>
              </a:defRPr>
            </a:lvl4pPr>
            <a:lvl5pPr lvl="4" algn="ctr" rtl="0">
              <a:spcBef>
                <a:spcPts val="0"/>
              </a:spcBef>
              <a:spcAft>
                <a:spcPts val="0"/>
              </a:spcAft>
              <a:buClr>
                <a:srgbClr val="FFFFFF"/>
              </a:buClr>
              <a:buSzPts val="1600"/>
              <a:buNone/>
              <a:defRPr sz="1600">
                <a:solidFill>
                  <a:srgbClr val="FFFFFF"/>
                </a:solidFill>
              </a:defRPr>
            </a:lvl5pPr>
            <a:lvl6pPr lvl="5" algn="ctr" rtl="0">
              <a:spcBef>
                <a:spcPts val="0"/>
              </a:spcBef>
              <a:spcAft>
                <a:spcPts val="0"/>
              </a:spcAft>
              <a:buClr>
                <a:srgbClr val="FFFFFF"/>
              </a:buClr>
              <a:buSzPts val="1600"/>
              <a:buNone/>
              <a:defRPr sz="1600">
                <a:solidFill>
                  <a:srgbClr val="FFFFFF"/>
                </a:solidFill>
              </a:defRPr>
            </a:lvl6pPr>
            <a:lvl7pPr lvl="6" algn="ctr" rtl="0">
              <a:spcBef>
                <a:spcPts val="0"/>
              </a:spcBef>
              <a:spcAft>
                <a:spcPts val="0"/>
              </a:spcAft>
              <a:buClr>
                <a:srgbClr val="FFFFFF"/>
              </a:buClr>
              <a:buSzPts val="1600"/>
              <a:buNone/>
              <a:defRPr sz="1600">
                <a:solidFill>
                  <a:srgbClr val="FFFFFF"/>
                </a:solidFill>
              </a:defRPr>
            </a:lvl7pPr>
            <a:lvl8pPr lvl="7" algn="ctr" rtl="0">
              <a:spcBef>
                <a:spcPts val="0"/>
              </a:spcBef>
              <a:spcAft>
                <a:spcPts val="0"/>
              </a:spcAft>
              <a:buClr>
                <a:srgbClr val="FFFFFF"/>
              </a:buClr>
              <a:buSzPts val="1600"/>
              <a:buNone/>
              <a:defRPr sz="1600">
                <a:solidFill>
                  <a:srgbClr val="FFFFFF"/>
                </a:solidFill>
              </a:defRPr>
            </a:lvl8pPr>
            <a:lvl9pPr lvl="8" algn="ctr" rtl="0">
              <a:spcBef>
                <a:spcPts val="0"/>
              </a:spcBef>
              <a:spcAft>
                <a:spcPts val="0"/>
              </a:spcAft>
              <a:buClr>
                <a:srgbClr val="FFFFFF"/>
              </a:buClr>
              <a:buSzPts val="1600"/>
              <a:buNone/>
              <a:defRPr sz="1600">
                <a:solidFill>
                  <a:srgbClr val="FFFFFF"/>
                </a:solidFill>
              </a:defRPr>
            </a:lvl9pPr>
          </a:lstStyle>
          <a:p>
            <a:endParaRPr/>
          </a:p>
        </p:txBody>
      </p:sp>
      <p:sp>
        <p:nvSpPr>
          <p:cNvPr id="63" name="Google Shape;63;p10"/>
          <p:cNvSpPr txBox="1">
            <a:spLocks noGrp="1"/>
          </p:cNvSpPr>
          <p:nvPr>
            <p:ph type="subTitle" idx="1"/>
          </p:nvPr>
        </p:nvSpPr>
        <p:spPr>
          <a:xfrm>
            <a:off x="3031200" y="1857025"/>
            <a:ext cx="30816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redits">
  <p:cSld name="CUSTOM_13">
    <p:spTree>
      <p:nvGrpSpPr>
        <p:cNvPr id="1" name="Shape 64"/>
        <p:cNvGrpSpPr/>
        <p:nvPr/>
      </p:nvGrpSpPr>
      <p:grpSpPr>
        <a:xfrm>
          <a:off x="0" y="0"/>
          <a:ext cx="0" cy="0"/>
          <a:chOff x="0" y="0"/>
          <a:chExt cx="0" cy="0"/>
        </a:xfrm>
      </p:grpSpPr>
      <p:sp>
        <p:nvSpPr>
          <p:cNvPr id="65" name="Google Shape;65;p11"/>
          <p:cNvSpPr txBox="1">
            <a:spLocks noGrp="1"/>
          </p:cNvSpPr>
          <p:nvPr>
            <p:ph type="body" idx="1"/>
          </p:nvPr>
        </p:nvSpPr>
        <p:spPr>
          <a:xfrm>
            <a:off x="7182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66" name="Google Shape;66;p11"/>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67" name="Google Shape;67;p11"/>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Resources">
  <p:cSld name="CUSTOM_10">
    <p:spTree>
      <p:nvGrpSpPr>
        <p:cNvPr id="1" name="Shape 68"/>
        <p:cNvGrpSpPr/>
        <p:nvPr/>
      </p:nvGrpSpPr>
      <p:grpSpPr>
        <a:xfrm>
          <a:off x="0" y="0"/>
          <a:ext cx="0" cy="0"/>
          <a:chOff x="0" y="0"/>
          <a:chExt cx="0" cy="0"/>
        </a:xfrm>
      </p:grpSpPr>
      <p:sp>
        <p:nvSpPr>
          <p:cNvPr id="69" name="Google Shape;69;p12"/>
          <p:cNvSpPr txBox="1">
            <a:spLocks noGrp="1"/>
          </p:cNvSpPr>
          <p:nvPr>
            <p:ph type="body" idx="1"/>
          </p:nvPr>
        </p:nvSpPr>
        <p:spPr>
          <a:xfrm>
            <a:off x="1251650" y="1435828"/>
            <a:ext cx="39615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70" name="Google Shape;70;p12"/>
          <p:cNvSpPr txBox="1">
            <a:spLocks noGrp="1"/>
          </p:cNvSpPr>
          <p:nvPr>
            <p:ph type="body" idx="2"/>
          </p:nvPr>
        </p:nvSpPr>
        <p:spPr>
          <a:xfrm>
            <a:off x="5262400" y="1435828"/>
            <a:ext cx="39615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71" name="Google Shape;71;p12"/>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400"/>
            </a:lvl1pPr>
            <a:lvl2pPr lvl="1" algn="ctr" rtl="0">
              <a:spcBef>
                <a:spcPts val="0"/>
              </a:spcBef>
              <a:spcAft>
                <a:spcPts val="0"/>
              </a:spcAft>
              <a:buSzPts val="1400"/>
              <a:buNone/>
              <a:defRPr sz="1400"/>
            </a:lvl2pPr>
            <a:lvl3pPr lvl="2" algn="ctr" rtl="0">
              <a:spcBef>
                <a:spcPts val="0"/>
              </a:spcBef>
              <a:spcAft>
                <a:spcPts val="0"/>
              </a:spcAft>
              <a:buSzPts val="1400"/>
              <a:buNone/>
              <a:defRPr sz="1400"/>
            </a:lvl3pPr>
            <a:lvl4pPr lvl="3" algn="ctr" rtl="0">
              <a:spcBef>
                <a:spcPts val="0"/>
              </a:spcBef>
              <a:spcAft>
                <a:spcPts val="0"/>
              </a:spcAft>
              <a:buSzPts val="1400"/>
              <a:buNone/>
              <a:defRPr sz="1400"/>
            </a:lvl4pPr>
            <a:lvl5pPr lvl="4" algn="ctr" rtl="0">
              <a:spcBef>
                <a:spcPts val="0"/>
              </a:spcBef>
              <a:spcAft>
                <a:spcPts val="0"/>
              </a:spcAft>
              <a:buSzPts val="1400"/>
              <a:buNone/>
              <a:defRPr sz="1400"/>
            </a:lvl5pPr>
            <a:lvl6pPr lvl="5" algn="ctr" rtl="0">
              <a:spcBef>
                <a:spcPts val="0"/>
              </a:spcBef>
              <a:spcAft>
                <a:spcPts val="0"/>
              </a:spcAft>
              <a:buSzPts val="1400"/>
              <a:buNone/>
              <a:defRPr sz="1400"/>
            </a:lvl6pPr>
            <a:lvl7pPr lvl="6" algn="ctr" rtl="0">
              <a:spcBef>
                <a:spcPts val="0"/>
              </a:spcBef>
              <a:spcAft>
                <a:spcPts val="0"/>
              </a:spcAft>
              <a:buSzPts val="1400"/>
              <a:buNone/>
              <a:defRPr sz="1400"/>
            </a:lvl7pPr>
            <a:lvl8pPr lvl="7" algn="ctr" rtl="0">
              <a:spcBef>
                <a:spcPts val="0"/>
              </a:spcBef>
              <a:spcAft>
                <a:spcPts val="0"/>
              </a:spcAft>
              <a:buSzPts val="1400"/>
              <a:buNone/>
              <a:defRPr sz="1400"/>
            </a:lvl8pPr>
            <a:lvl9pPr lvl="8" algn="ctr" rtl="0">
              <a:spcBef>
                <a:spcPts val="0"/>
              </a:spcBef>
              <a:spcAft>
                <a:spcPts val="0"/>
              </a:spcAft>
              <a:buSzPts val="1400"/>
              <a:buNone/>
              <a:defRPr sz="1400"/>
            </a:lvl9pPr>
          </a:lstStyle>
          <a:p>
            <a:endParaRPr/>
          </a:p>
        </p:txBody>
      </p:sp>
      <p:sp>
        <p:nvSpPr>
          <p:cNvPr id="72" name="Google Shape;72;p12"/>
          <p:cNvSpPr/>
          <p:nvPr/>
        </p:nvSpPr>
        <p:spPr>
          <a:xfrm>
            <a:off x="-92200" y="550200"/>
            <a:ext cx="1781700" cy="630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1_1">
    <p:spTree>
      <p:nvGrpSpPr>
        <p:cNvPr id="1" name="Shape 7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p:cSld name="CUSTOM_11_1_1">
    <p:bg>
      <p:bgPr>
        <a:noFill/>
        <a:effectLst/>
      </p:bgPr>
    </p:bg>
    <p:spTree>
      <p:nvGrpSpPr>
        <p:cNvPr id="1" name="Shape 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22262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2800"/>
              <a:buFont typeface="Unica One"/>
              <a:buNone/>
              <a:defRPr sz="2800">
                <a:solidFill>
                  <a:schemeClr val="lt1"/>
                </a:solidFill>
                <a:latin typeface="Unica One"/>
                <a:ea typeface="Unica One"/>
                <a:cs typeface="Unica One"/>
                <a:sym typeface="Unica One"/>
              </a:defRPr>
            </a:lvl1pPr>
            <a:lvl2pPr lvl="1"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2pPr>
            <a:lvl3pPr lvl="2"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3pPr>
            <a:lvl4pPr lvl="3"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4pPr>
            <a:lvl5pPr lvl="4"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5pPr>
            <a:lvl6pPr lvl="5"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6pPr>
            <a:lvl7pPr lvl="6"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7pPr>
            <a:lvl8pPr lvl="7"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8pPr>
            <a:lvl9pPr lvl="8" rtl="0">
              <a:spcBef>
                <a:spcPts val="0"/>
              </a:spcBef>
              <a:spcAft>
                <a:spcPts val="0"/>
              </a:spcAft>
              <a:buClr>
                <a:schemeClr val="lt1"/>
              </a:buClr>
              <a:buSzPts val="2800"/>
              <a:buFont typeface="Squada One"/>
              <a:buNone/>
              <a:defRPr sz="2800">
                <a:solidFill>
                  <a:schemeClr val="lt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1pPr>
            <a:lvl2pPr marL="914400" lvl="1"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2pPr>
            <a:lvl3pPr marL="1371600" lvl="2"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3pPr>
            <a:lvl4pPr marL="1828800" lvl="3"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4pPr>
            <a:lvl5pPr marL="2286000" lvl="4"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5pPr>
            <a:lvl6pPr marL="2743200" lvl="5"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6pPr>
            <a:lvl7pPr marL="3200400" lvl="6"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7pPr>
            <a:lvl8pPr marL="3657600" lvl="7" indent="-304800" rtl="0">
              <a:lnSpc>
                <a:spcPct val="115000"/>
              </a:lnSpc>
              <a:spcBef>
                <a:spcPts val="1600"/>
              </a:spcBef>
              <a:spcAft>
                <a:spcPts val="0"/>
              </a:spcAft>
              <a:buClr>
                <a:schemeClr val="lt1"/>
              </a:buClr>
              <a:buSzPts val="1200"/>
              <a:buFont typeface="Lato Light"/>
              <a:buChar char="○"/>
              <a:defRPr sz="1200">
                <a:solidFill>
                  <a:schemeClr val="lt1"/>
                </a:solidFill>
                <a:latin typeface="Lato Light"/>
                <a:ea typeface="Lato Light"/>
                <a:cs typeface="Lato Light"/>
                <a:sym typeface="Lato Light"/>
              </a:defRPr>
            </a:lvl8pPr>
            <a:lvl9pPr marL="4114800" lvl="8" indent="-304800" rtl="0">
              <a:lnSpc>
                <a:spcPct val="115000"/>
              </a:lnSpc>
              <a:spcBef>
                <a:spcPts val="1600"/>
              </a:spcBef>
              <a:spcAft>
                <a:spcPts val="1600"/>
              </a:spcAft>
              <a:buClr>
                <a:schemeClr val="lt1"/>
              </a:buClr>
              <a:buSzPts val="1200"/>
              <a:buFont typeface="Lato Light"/>
              <a:buChar char="■"/>
              <a:defRPr sz="1200">
                <a:solidFill>
                  <a:schemeClr val="lt1"/>
                </a:solidFill>
                <a:latin typeface="Lato Light"/>
                <a:ea typeface="Lato Light"/>
                <a:cs typeface="Lato Light"/>
                <a:sym typeface="La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xmlns:mc="http://schemas.openxmlformats.org/markup-compatibility/2006" xmlns:p14="http://schemas.microsoft.com/office/powerpoint/2010/main">
    <mc:Choice Requires="p14">
      <p:transition spd="slow">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p:cNvPicPr preferRelativeResize="0"/>
          <p:nvPr/>
        </p:nvPicPr>
        <p:blipFill rotWithShape="1">
          <a:blip r:embed="rId3">
            <a:alphaModFix/>
          </a:blip>
          <a:srcRect/>
          <a:stretch/>
        </p:blipFill>
        <p:spPr>
          <a:xfrm>
            <a:off x="0" y="12"/>
            <a:ext cx="9144000" cy="5143492"/>
          </a:xfrm>
          <a:prstGeom prst="rect">
            <a:avLst/>
          </a:prstGeom>
          <a:noFill/>
          <a:ln>
            <a:noFill/>
          </a:ln>
        </p:spPr>
      </p:pic>
      <p:sp>
        <p:nvSpPr>
          <p:cNvPr id="85" name="Google Shape;85;p17"/>
          <p:cNvSpPr txBox="1">
            <a:spLocks noGrp="1"/>
          </p:cNvSpPr>
          <p:nvPr>
            <p:ph type="subTitle" idx="1"/>
          </p:nvPr>
        </p:nvSpPr>
        <p:spPr>
          <a:xfrm>
            <a:off x="3370950" y="2444400"/>
            <a:ext cx="2402100" cy="71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sz="1500">
                <a:solidFill>
                  <a:srgbClr val="EFD67E"/>
                </a:solidFill>
                <a:latin typeface="Nunito Light"/>
                <a:ea typeface="Nunito Light"/>
                <a:cs typeface="Nunito Light"/>
                <a:sym typeface="Nunito Light"/>
              </a:rPr>
              <a:t>ВЕБ-ХОСТИНГ</a:t>
            </a:r>
            <a:endParaRPr sz="1500">
              <a:solidFill>
                <a:srgbClr val="EFD67E"/>
              </a:solidFill>
              <a:latin typeface="Nunito Light"/>
              <a:ea typeface="Nunito Light"/>
              <a:cs typeface="Nunito Light"/>
              <a:sym typeface="Nunito Light"/>
            </a:endParaRPr>
          </a:p>
        </p:txBody>
      </p:sp>
      <p:sp>
        <p:nvSpPr>
          <p:cNvPr id="86" name="Google Shape;86;p17"/>
          <p:cNvSpPr txBox="1">
            <a:spLocks noGrp="1"/>
          </p:cNvSpPr>
          <p:nvPr>
            <p:ph type="ctrTitle"/>
          </p:nvPr>
        </p:nvSpPr>
        <p:spPr>
          <a:xfrm>
            <a:off x="2415540" y="786825"/>
            <a:ext cx="4366260" cy="17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uk-UA" dirty="0">
                <a:latin typeface="Nunito"/>
                <a:ea typeface="Nunito"/>
                <a:cs typeface="Nunito"/>
                <a:sym typeface="Nunito"/>
              </a:rPr>
              <a:t>ХОСТИНГ САЙТА</a:t>
            </a:r>
            <a:endParaRPr lang="uk-UA" dirty="0">
              <a:solidFill>
                <a:srgbClr val="FFFFFF"/>
              </a:solidFill>
              <a:latin typeface="Nunito"/>
              <a:ea typeface="Nunito"/>
              <a:cs typeface="Nunito"/>
              <a:sym typeface="Nunito"/>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cxnSp>
        <p:nvCxnSpPr>
          <p:cNvPr id="91" name="Google Shape;91;p18"/>
          <p:cNvCxnSpPr/>
          <p:nvPr/>
        </p:nvCxnSpPr>
        <p:spPr>
          <a:xfrm>
            <a:off x="2609850" y="3524250"/>
            <a:ext cx="4695900" cy="0"/>
          </a:xfrm>
          <a:prstGeom prst="straightConnector1">
            <a:avLst/>
          </a:prstGeom>
          <a:noFill/>
          <a:ln w="9525" cap="flat" cmpd="sng">
            <a:solidFill>
              <a:schemeClr val="lt1"/>
            </a:solidFill>
            <a:prstDash val="solid"/>
            <a:round/>
            <a:headEnd type="none" w="med" len="med"/>
            <a:tailEnd type="none" w="med" len="med"/>
          </a:ln>
        </p:spPr>
      </p:cxnSp>
      <p:sp>
        <p:nvSpPr>
          <p:cNvPr id="92" name="Google Shape;92;p18"/>
          <p:cNvSpPr txBox="1">
            <a:spLocks noGrp="1"/>
          </p:cNvSpPr>
          <p:nvPr>
            <p:ph type="ctrTitle"/>
          </p:nvPr>
        </p:nvSpPr>
        <p:spPr>
          <a:xfrm>
            <a:off x="0" y="377975"/>
            <a:ext cx="1652675" cy="946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uk-UA" sz="1200" dirty="0">
                <a:latin typeface="Nunito"/>
                <a:ea typeface="Nunito"/>
                <a:cs typeface="Nunito"/>
                <a:sym typeface="Nunito"/>
              </a:rPr>
              <a:t>ХОСТИНГ </a:t>
            </a:r>
            <a:br>
              <a:rPr lang="uk-UA" sz="1200" dirty="0">
                <a:latin typeface="Nunito"/>
                <a:ea typeface="Nunito"/>
                <a:cs typeface="Nunito"/>
                <a:sym typeface="Nunito"/>
              </a:rPr>
            </a:br>
            <a:r>
              <a:rPr lang="uk-UA" sz="1200" dirty="0">
                <a:latin typeface="Nunito"/>
                <a:ea typeface="Nunito"/>
                <a:cs typeface="Nunito"/>
                <a:sym typeface="Nunito"/>
              </a:rPr>
              <a:t>(АНГЛ. </a:t>
            </a:r>
            <a:r>
              <a:rPr lang="en-US" sz="1200" dirty="0">
                <a:latin typeface="Nunito"/>
                <a:ea typeface="Nunito"/>
                <a:cs typeface="Nunito"/>
                <a:sym typeface="Nunito"/>
              </a:rPr>
              <a:t>HOSTING)</a:t>
            </a:r>
          </a:p>
        </p:txBody>
      </p:sp>
      <p:sp>
        <p:nvSpPr>
          <p:cNvPr id="93" name="Google Shape;93;p18"/>
          <p:cNvSpPr txBox="1">
            <a:spLocks noGrp="1"/>
          </p:cNvSpPr>
          <p:nvPr>
            <p:ph type="subTitle" idx="1"/>
          </p:nvPr>
        </p:nvSpPr>
        <p:spPr>
          <a:xfrm>
            <a:off x="2511163" y="1324175"/>
            <a:ext cx="4491617" cy="22593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800">
                <a:latin typeface="Nunito Light"/>
                <a:ea typeface="Nunito Light"/>
                <a:cs typeface="Nunito Light"/>
                <a:sym typeface="Nunito Light"/>
              </a:rPr>
              <a:t>послуга, що включає надання дискового простору, підключення до мережі та інших ресурсів для розміщення фізичної інформації на сервері, що постійно перебуває в мережі (наприклад Internet).</a:t>
            </a:r>
            <a:endParaRPr sz="1800">
              <a:latin typeface="Nunito Light"/>
              <a:ea typeface="Nunito Light"/>
              <a:cs typeface="Nunito Light"/>
              <a:sym typeface="Nunito Light"/>
            </a:endParaRPr>
          </a:p>
        </p:txBody>
      </p:sp>
      <p:pic>
        <p:nvPicPr>
          <p:cNvPr id="94" name="Google Shape;94;p18"/>
          <p:cNvPicPr preferRelativeResize="0"/>
          <p:nvPr/>
        </p:nvPicPr>
        <p:blipFill>
          <a:blip r:embed="rId3">
            <a:alphaModFix/>
          </a:blip>
          <a:stretch>
            <a:fillRect/>
          </a:stretch>
        </p:blipFill>
        <p:spPr>
          <a:xfrm>
            <a:off x="6632838" y="1857375"/>
            <a:ext cx="3720837" cy="3879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cxnSp>
        <p:nvCxnSpPr>
          <p:cNvPr id="99" name="Google Shape;99;p19"/>
          <p:cNvCxnSpPr/>
          <p:nvPr/>
        </p:nvCxnSpPr>
        <p:spPr>
          <a:xfrm rot="10800000">
            <a:off x="4083975" y="1208025"/>
            <a:ext cx="0" cy="1144500"/>
          </a:xfrm>
          <a:prstGeom prst="straightConnector1">
            <a:avLst/>
          </a:prstGeom>
          <a:noFill/>
          <a:ln w="9525" cap="flat" cmpd="sng">
            <a:solidFill>
              <a:schemeClr val="lt1"/>
            </a:solidFill>
            <a:prstDash val="solid"/>
            <a:round/>
            <a:headEnd type="none" w="med" len="med"/>
            <a:tailEnd type="none" w="med" len="med"/>
          </a:ln>
        </p:spPr>
      </p:cxnSp>
      <p:cxnSp>
        <p:nvCxnSpPr>
          <p:cNvPr id="100" name="Google Shape;100;p19"/>
          <p:cNvCxnSpPr/>
          <p:nvPr/>
        </p:nvCxnSpPr>
        <p:spPr>
          <a:xfrm rot="10800000">
            <a:off x="3429000" y="2890775"/>
            <a:ext cx="0" cy="1026300"/>
          </a:xfrm>
          <a:prstGeom prst="straightConnector1">
            <a:avLst/>
          </a:prstGeom>
          <a:noFill/>
          <a:ln w="9525" cap="flat" cmpd="sng">
            <a:solidFill>
              <a:schemeClr val="lt1"/>
            </a:solidFill>
            <a:prstDash val="solid"/>
            <a:round/>
            <a:headEnd type="none" w="med" len="med"/>
            <a:tailEnd type="none" w="med" len="med"/>
          </a:ln>
        </p:spPr>
      </p:cxnSp>
      <p:cxnSp>
        <p:nvCxnSpPr>
          <p:cNvPr id="101" name="Google Shape;101;p19"/>
          <p:cNvCxnSpPr/>
          <p:nvPr/>
        </p:nvCxnSpPr>
        <p:spPr>
          <a:xfrm rot="10800000">
            <a:off x="5691625" y="2890775"/>
            <a:ext cx="0" cy="1026300"/>
          </a:xfrm>
          <a:prstGeom prst="straightConnector1">
            <a:avLst/>
          </a:prstGeom>
          <a:noFill/>
          <a:ln w="9525" cap="flat" cmpd="sng">
            <a:solidFill>
              <a:schemeClr val="lt1"/>
            </a:solidFill>
            <a:prstDash val="solid"/>
            <a:round/>
            <a:headEnd type="none" w="med" len="med"/>
            <a:tailEnd type="none" w="med" len="med"/>
          </a:ln>
        </p:spPr>
      </p:cxnSp>
      <p:grpSp>
        <p:nvGrpSpPr>
          <p:cNvPr id="102" name="Google Shape;102;p19"/>
          <p:cNvGrpSpPr/>
          <p:nvPr/>
        </p:nvGrpSpPr>
        <p:grpSpPr>
          <a:xfrm>
            <a:off x="3086339" y="1962729"/>
            <a:ext cx="3028470" cy="3641057"/>
            <a:chOff x="1627175" y="238125"/>
            <a:chExt cx="4349375" cy="5229150"/>
          </a:xfrm>
        </p:grpSpPr>
        <p:sp>
          <p:nvSpPr>
            <p:cNvPr id="103" name="Google Shape;103;p19"/>
            <p:cNvSpPr/>
            <p:nvPr/>
          </p:nvSpPr>
          <p:spPr>
            <a:xfrm>
              <a:off x="1627175" y="238125"/>
              <a:ext cx="4349375" cy="5229150"/>
            </a:xfrm>
            <a:custGeom>
              <a:avLst/>
              <a:gdLst/>
              <a:ahLst/>
              <a:cxnLst/>
              <a:rect l="l" t="t" r="r" b="b"/>
              <a:pathLst>
                <a:path w="173975" h="209166" extrusionOk="0">
                  <a:moveTo>
                    <a:pt x="86765" y="0"/>
                  </a:moveTo>
                  <a:lnTo>
                    <a:pt x="44980" y="24309"/>
                  </a:lnTo>
                  <a:lnTo>
                    <a:pt x="44891" y="91970"/>
                  </a:lnTo>
                  <a:lnTo>
                    <a:pt x="148" y="117994"/>
                  </a:lnTo>
                  <a:lnTo>
                    <a:pt x="0" y="183999"/>
                  </a:lnTo>
                  <a:lnTo>
                    <a:pt x="43590" y="209166"/>
                  </a:lnTo>
                  <a:lnTo>
                    <a:pt x="88421" y="183112"/>
                  </a:lnTo>
                  <a:lnTo>
                    <a:pt x="132011" y="208308"/>
                  </a:lnTo>
                  <a:lnTo>
                    <a:pt x="173827" y="183999"/>
                  </a:lnTo>
                  <a:lnTo>
                    <a:pt x="173974" y="93271"/>
                  </a:lnTo>
                  <a:lnTo>
                    <a:pt x="130385" y="68076"/>
                  </a:lnTo>
                  <a:lnTo>
                    <a:pt x="130326" y="68105"/>
                  </a:lnTo>
                  <a:lnTo>
                    <a:pt x="130385" y="25166"/>
                  </a:lnTo>
                  <a:lnTo>
                    <a:pt x="86765" y="0"/>
                  </a:ln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9"/>
            <p:cNvSpPr/>
            <p:nvPr/>
          </p:nvSpPr>
          <p:spPr>
            <a:xfrm>
              <a:off x="2751650" y="238125"/>
              <a:ext cx="2135150" cy="1236875"/>
            </a:xfrm>
            <a:custGeom>
              <a:avLst/>
              <a:gdLst/>
              <a:ahLst/>
              <a:cxnLst/>
              <a:rect l="l" t="t" r="r" b="b"/>
              <a:pathLst>
                <a:path w="85406" h="49475" extrusionOk="0">
                  <a:moveTo>
                    <a:pt x="41786" y="0"/>
                  </a:moveTo>
                  <a:lnTo>
                    <a:pt x="1" y="24309"/>
                  </a:lnTo>
                  <a:lnTo>
                    <a:pt x="43590" y="49475"/>
                  </a:lnTo>
                  <a:lnTo>
                    <a:pt x="85406" y="25166"/>
                  </a:lnTo>
                  <a:lnTo>
                    <a:pt x="41786"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9"/>
            <p:cNvSpPr/>
            <p:nvPr/>
          </p:nvSpPr>
          <p:spPr>
            <a:xfrm>
              <a:off x="3837700" y="867275"/>
              <a:ext cx="1049100" cy="3948675"/>
            </a:xfrm>
            <a:custGeom>
              <a:avLst/>
              <a:gdLst/>
              <a:ahLst/>
              <a:cxnLst/>
              <a:rect l="l" t="t" r="r" b="b"/>
              <a:pathLst>
                <a:path w="41964" h="157947" extrusionOk="0">
                  <a:moveTo>
                    <a:pt x="41964" y="0"/>
                  </a:moveTo>
                  <a:lnTo>
                    <a:pt x="148" y="24309"/>
                  </a:lnTo>
                  <a:lnTo>
                    <a:pt x="0" y="157946"/>
                  </a:lnTo>
                  <a:lnTo>
                    <a:pt x="41816" y="133667"/>
                  </a:lnTo>
                  <a:lnTo>
                    <a:pt x="41964"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9"/>
            <p:cNvSpPr/>
            <p:nvPr/>
          </p:nvSpPr>
          <p:spPr>
            <a:xfrm>
              <a:off x="2747950" y="845825"/>
              <a:ext cx="1093475" cy="3970125"/>
            </a:xfrm>
            <a:custGeom>
              <a:avLst/>
              <a:gdLst/>
              <a:ahLst/>
              <a:cxnLst/>
              <a:rect l="l" t="t" r="r" b="b"/>
              <a:pathLst>
                <a:path w="43739" h="158805" extrusionOk="0">
                  <a:moveTo>
                    <a:pt x="149" y="1"/>
                  </a:moveTo>
                  <a:lnTo>
                    <a:pt x="1" y="133638"/>
                  </a:lnTo>
                  <a:lnTo>
                    <a:pt x="43590" y="158804"/>
                  </a:lnTo>
                  <a:lnTo>
                    <a:pt x="43738" y="25167"/>
                  </a:lnTo>
                  <a:lnTo>
                    <a:pt x="149"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9"/>
            <p:cNvSpPr/>
            <p:nvPr/>
          </p:nvSpPr>
          <p:spPr>
            <a:xfrm>
              <a:off x="3841400" y="1946840"/>
              <a:ext cx="2135150" cy="1236900"/>
            </a:xfrm>
            <a:custGeom>
              <a:avLst/>
              <a:gdLst/>
              <a:ahLst/>
              <a:cxnLst/>
              <a:rect l="l" t="t" r="r" b="b"/>
              <a:pathLst>
                <a:path w="85406" h="49476" extrusionOk="0">
                  <a:moveTo>
                    <a:pt x="41816" y="1"/>
                  </a:moveTo>
                  <a:lnTo>
                    <a:pt x="0" y="24309"/>
                  </a:lnTo>
                  <a:lnTo>
                    <a:pt x="43590" y="49475"/>
                  </a:lnTo>
                  <a:lnTo>
                    <a:pt x="85405" y="25196"/>
                  </a:lnTo>
                  <a:lnTo>
                    <a:pt x="41816"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9"/>
            <p:cNvSpPr/>
            <p:nvPr/>
          </p:nvSpPr>
          <p:spPr>
            <a:xfrm>
              <a:off x="4920610" y="2569900"/>
              <a:ext cx="1049100" cy="2875925"/>
            </a:xfrm>
            <a:custGeom>
              <a:avLst/>
              <a:gdLst/>
              <a:ahLst/>
              <a:cxnLst/>
              <a:rect l="l" t="t" r="r" b="b"/>
              <a:pathLst>
                <a:path w="41964" h="115037" extrusionOk="0">
                  <a:moveTo>
                    <a:pt x="41963" y="0"/>
                  </a:moveTo>
                  <a:lnTo>
                    <a:pt x="148" y="24279"/>
                  </a:lnTo>
                  <a:lnTo>
                    <a:pt x="0" y="115037"/>
                  </a:lnTo>
                  <a:lnTo>
                    <a:pt x="41816" y="90728"/>
                  </a:lnTo>
                  <a:lnTo>
                    <a:pt x="41963" y="0"/>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9"/>
            <p:cNvSpPr/>
            <p:nvPr/>
          </p:nvSpPr>
          <p:spPr>
            <a:xfrm>
              <a:off x="3837700" y="2547725"/>
              <a:ext cx="1093475" cy="2898100"/>
            </a:xfrm>
            <a:custGeom>
              <a:avLst/>
              <a:gdLst/>
              <a:ahLst/>
              <a:cxnLst/>
              <a:rect l="l" t="t" r="r" b="b"/>
              <a:pathLst>
                <a:path w="43739" h="115924" extrusionOk="0">
                  <a:moveTo>
                    <a:pt x="148" y="0"/>
                  </a:moveTo>
                  <a:lnTo>
                    <a:pt x="0" y="90728"/>
                  </a:lnTo>
                  <a:lnTo>
                    <a:pt x="43590" y="115924"/>
                  </a:lnTo>
                  <a:lnTo>
                    <a:pt x="43738" y="25166"/>
                  </a:lnTo>
                  <a:lnTo>
                    <a:pt x="148" y="0"/>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p:nvPr/>
          </p:nvSpPr>
          <p:spPr>
            <a:xfrm>
              <a:off x="1627175" y="3187950"/>
              <a:ext cx="1093450" cy="2279325"/>
            </a:xfrm>
            <a:custGeom>
              <a:avLst/>
              <a:gdLst/>
              <a:ahLst/>
              <a:cxnLst/>
              <a:rect l="l" t="t" r="r" b="b"/>
              <a:pathLst>
                <a:path w="43738" h="91173" extrusionOk="0">
                  <a:moveTo>
                    <a:pt x="148" y="1"/>
                  </a:moveTo>
                  <a:lnTo>
                    <a:pt x="0" y="66006"/>
                  </a:lnTo>
                  <a:lnTo>
                    <a:pt x="43590" y="91173"/>
                  </a:lnTo>
                  <a:lnTo>
                    <a:pt x="43738" y="25167"/>
                  </a:lnTo>
                  <a:lnTo>
                    <a:pt x="148" y="1"/>
                  </a:lnTo>
                  <a:close/>
                </a:path>
              </a:pathLst>
            </a:custGeom>
            <a:solidFill>
              <a:srgbClr val="3B7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9"/>
            <p:cNvSpPr/>
            <p:nvPr/>
          </p:nvSpPr>
          <p:spPr>
            <a:xfrm>
              <a:off x="1630850" y="2536625"/>
              <a:ext cx="2210575" cy="1280500"/>
            </a:xfrm>
            <a:custGeom>
              <a:avLst/>
              <a:gdLst/>
              <a:ahLst/>
              <a:cxnLst/>
              <a:rect l="l" t="t" r="r" b="b"/>
              <a:pathLst>
                <a:path w="88423" h="51220" extrusionOk="0">
                  <a:moveTo>
                    <a:pt x="44833" y="1"/>
                  </a:moveTo>
                  <a:lnTo>
                    <a:pt x="1" y="26054"/>
                  </a:lnTo>
                  <a:lnTo>
                    <a:pt x="43591" y="51220"/>
                  </a:lnTo>
                  <a:lnTo>
                    <a:pt x="88422" y="25167"/>
                  </a:lnTo>
                  <a:lnTo>
                    <a:pt x="44833" y="1"/>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p:nvPr/>
          </p:nvSpPr>
          <p:spPr>
            <a:xfrm>
              <a:off x="2716900" y="3165775"/>
              <a:ext cx="1124525" cy="2301500"/>
            </a:xfrm>
            <a:custGeom>
              <a:avLst/>
              <a:gdLst/>
              <a:ahLst/>
              <a:cxnLst/>
              <a:rect l="l" t="t" r="r" b="b"/>
              <a:pathLst>
                <a:path w="44981" h="92060" extrusionOk="0">
                  <a:moveTo>
                    <a:pt x="44980" y="1"/>
                  </a:moveTo>
                  <a:lnTo>
                    <a:pt x="149" y="26054"/>
                  </a:lnTo>
                  <a:lnTo>
                    <a:pt x="1" y="92060"/>
                  </a:lnTo>
                  <a:lnTo>
                    <a:pt x="44832" y="66006"/>
                  </a:lnTo>
                  <a:lnTo>
                    <a:pt x="44980" y="1"/>
                  </a:ln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113;p19"/>
          <p:cNvGrpSpPr/>
          <p:nvPr/>
        </p:nvGrpSpPr>
        <p:grpSpPr>
          <a:xfrm>
            <a:off x="4285449" y="1852156"/>
            <a:ext cx="573096" cy="509196"/>
            <a:chOff x="2021150" y="1299575"/>
            <a:chExt cx="3505175" cy="3114350"/>
          </a:xfrm>
        </p:grpSpPr>
        <p:sp>
          <p:nvSpPr>
            <p:cNvPr id="114" name="Google Shape;114;p19"/>
            <p:cNvSpPr/>
            <p:nvPr/>
          </p:nvSpPr>
          <p:spPr>
            <a:xfrm>
              <a:off x="2021550" y="1299600"/>
              <a:ext cx="3504775" cy="3114325"/>
            </a:xfrm>
            <a:custGeom>
              <a:avLst/>
              <a:gdLst/>
              <a:ahLst/>
              <a:cxnLst/>
              <a:rect l="l" t="t" r="r" b="b"/>
              <a:pathLst>
                <a:path w="140191" h="124573" extrusionOk="0">
                  <a:moveTo>
                    <a:pt x="110004" y="123373"/>
                  </a:moveTo>
                  <a:lnTo>
                    <a:pt x="109823" y="123478"/>
                  </a:lnTo>
                  <a:cubicBezTo>
                    <a:pt x="109890" y="123445"/>
                    <a:pt x="109948" y="123412"/>
                    <a:pt x="110004" y="123373"/>
                  </a:cubicBezTo>
                  <a:close/>
                  <a:moveTo>
                    <a:pt x="65818" y="1"/>
                  </a:moveTo>
                  <a:cubicBezTo>
                    <a:pt x="62507" y="1"/>
                    <a:pt x="59503" y="783"/>
                    <a:pt x="56920" y="2286"/>
                  </a:cubicBezTo>
                  <a:lnTo>
                    <a:pt x="38960" y="12724"/>
                  </a:lnTo>
                  <a:cubicBezTo>
                    <a:pt x="38300" y="12632"/>
                    <a:pt x="37655" y="12586"/>
                    <a:pt x="37028" y="12586"/>
                  </a:cubicBezTo>
                  <a:cubicBezTo>
                    <a:pt x="35021" y="12586"/>
                    <a:pt x="33200" y="13055"/>
                    <a:pt x="31640" y="13965"/>
                  </a:cubicBezTo>
                  <a:lnTo>
                    <a:pt x="6003" y="28854"/>
                  </a:lnTo>
                  <a:lnTo>
                    <a:pt x="6049" y="28839"/>
                  </a:lnTo>
                  <a:lnTo>
                    <a:pt x="6049" y="28839"/>
                  </a:lnTo>
                  <a:cubicBezTo>
                    <a:pt x="2342" y="30963"/>
                    <a:pt x="47" y="35523"/>
                    <a:pt x="31" y="42006"/>
                  </a:cubicBezTo>
                  <a:cubicBezTo>
                    <a:pt x="0" y="55019"/>
                    <a:pt x="9151" y="70870"/>
                    <a:pt x="20473" y="77415"/>
                  </a:cubicBezTo>
                  <a:lnTo>
                    <a:pt x="98315" y="122361"/>
                  </a:lnTo>
                  <a:cubicBezTo>
                    <a:pt x="100916" y="123862"/>
                    <a:pt x="103379" y="124573"/>
                    <a:pt x="105561" y="124573"/>
                  </a:cubicBezTo>
                  <a:cubicBezTo>
                    <a:pt x="107257" y="124573"/>
                    <a:pt x="108783" y="124144"/>
                    <a:pt x="110071" y="123323"/>
                  </a:cubicBezTo>
                  <a:lnTo>
                    <a:pt x="110071" y="123323"/>
                  </a:lnTo>
                  <a:cubicBezTo>
                    <a:pt x="110049" y="123341"/>
                    <a:pt x="110027" y="123357"/>
                    <a:pt x="110004" y="123373"/>
                  </a:cubicBezTo>
                  <a:lnTo>
                    <a:pt x="110004" y="123373"/>
                  </a:lnTo>
                  <a:lnTo>
                    <a:pt x="135461" y="108589"/>
                  </a:lnTo>
                  <a:cubicBezTo>
                    <a:pt x="138361" y="106914"/>
                    <a:pt x="140160" y="103316"/>
                    <a:pt x="140175" y="98213"/>
                  </a:cubicBezTo>
                  <a:cubicBezTo>
                    <a:pt x="140191" y="89590"/>
                    <a:pt x="135088" y="79369"/>
                    <a:pt x="128156" y="73289"/>
                  </a:cubicBezTo>
                  <a:cubicBezTo>
                    <a:pt x="129102" y="72002"/>
                    <a:pt x="129644" y="70203"/>
                    <a:pt x="129644" y="67938"/>
                  </a:cubicBezTo>
                  <a:cubicBezTo>
                    <a:pt x="129675" y="61207"/>
                    <a:pt x="124945" y="53002"/>
                    <a:pt x="119082" y="49621"/>
                  </a:cubicBezTo>
                  <a:cubicBezTo>
                    <a:pt x="117374" y="48639"/>
                    <a:pt x="115762" y="48171"/>
                    <a:pt x="114334" y="48171"/>
                  </a:cubicBezTo>
                  <a:cubicBezTo>
                    <a:pt x="113778" y="48171"/>
                    <a:pt x="113250" y="48242"/>
                    <a:pt x="112755" y="48381"/>
                  </a:cubicBezTo>
                  <a:cubicBezTo>
                    <a:pt x="107993" y="30777"/>
                    <a:pt x="95601" y="13065"/>
                    <a:pt x="81038" y="4659"/>
                  </a:cubicBezTo>
                  <a:cubicBezTo>
                    <a:pt x="75573" y="1499"/>
                    <a:pt x="70400" y="1"/>
                    <a:pt x="65818"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9"/>
            <p:cNvSpPr/>
            <p:nvPr/>
          </p:nvSpPr>
          <p:spPr>
            <a:xfrm>
              <a:off x="2171600" y="1613950"/>
              <a:ext cx="1044200" cy="467125"/>
            </a:xfrm>
            <a:custGeom>
              <a:avLst/>
              <a:gdLst/>
              <a:ahLst/>
              <a:cxnLst/>
              <a:rect l="l" t="t" r="r" b="b"/>
              <a:pathLst>
                <a:path w="41768" h="18685" extrusionOk="0">
                  <a:moveTo>
                    <a:pt x="31034" y="0"/>
                  </a:moveTo>
                  <a:cubicBezTo>
                    <a:pt x="29026" y="0"/>
                    <a:pt x="27204" y="477"/>
                    <a:pt x="25638" y="1391"/>
                  </a:cubicBezTo>
                  <a:lnTo>
                    <a:pt x="1" y="16280"/>
                  </a:lnTo>
                  <a:cubicBezTo>
                    <a:pt x="1568" y="15369"/>
                    <a:pt x="3386" y="14895"/>
                    <a:pt x="5391" y="14895"/>
                  </a:cubicBezTo>
                  <a:cubicBezTo>
                    <a:pt x="8166" y="14895"/>
                    <a:pt x="11296" y="15804"/>
                    <a:pt x="14610" y="17722"/>
                  </a:cubicBezTo>
                  <a:cubicBezTo>
                    <a:pt x="15122" y="18017"/>
                    <a:pt x="15650" y="18343"/>
                    <a:pt x="16161" y="18684"/>
                  </a:cubicBezTo>
                  <a:lnTo>
                    <a:pt x="41768" y="3779"/>
                  </a:lnTo>
                  <a:cubicBezTo>
                    <a:pt x="41271" y="3438"/>
                    <a:pt x="40744" y="3112"/>
                    <a:pt x="40217" y="2818"/>
                  </a:cubicBezTo>
                  <a:cubicBezTo>
                    <a:pt x="36920" y="904"/>
                    <a:pt x="33800" y="0"/>
                    <a:pt x="31034"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9"/>
            <p:cNvSpPr/>
            <p:nvPr/>
          </p:nvSpPr>
          <p:spPr>
            <a:xfrm>
              <a:off x="2804000" y="1299575"/>
              <a:ext cx="1243500" cy="488750"/>
            </a:xfrm>
            <a:custGeom>
              <a:avLst/>
              <a:gdLst/>
              <a:ahLst/>
              <a:cxnLst/>
              <a:rect l="l" t="t" r="r" b="b"/>
              <a:pathLst>
                <a:path w="49740" h="19550" extrusionOk="0">
                  <a:moveTo>
                    <a:pt x="16" y="17167"/>
                  </a:moveTo>
                  <a:cubicBezTo>
                    <a:pt x="11" y="17170"/>
                    <a:pt x="6" y="17173"/>
                    <a:pt x="1" y="17176"/>
                  </a:cubicBezTo>
                  <a:lnTo>
                    <a:pt x="16" y="17167"/>
                  </a:lnTo>
                  <a:close/>
                  <a:moveTo>
                    <a:pt x="34527" y="1"/>
                  </a:moveTo>
                  <a:cubicBezTo>
                    <a:pt x="31213" y="1"/>
                    <a:pt x="28207" y="783"/>
                    <a:pt x="25622" y="2287"/>
                  </a:cubicBezTo>
                  <a:lnTo>
                    <a:pt x="16" y="17167"/>
                  </a:lnTo>
                  <a:lnTo>
                    <a:pt x="16" y="17167"/>
                  </a:lnTo>
                  <a:cubicBezTo>
                    <a:pt x="2595" y="15670"/>
                    <a:pt x="5593" y="14891"/>
                    <a:pt x="8898" y="14891"/>
                  </a:cubicBezTo>
                  <a:cubicBezTo>
                    <a:pt x="13481" y="14891"/>
                    <a:pt x="18653" y="16389"/>
                    <a:pt x="24118" y="19549"/>
                  </a:cubicBezTo>
                  <a:lnTo>
                    <a:pt x="49740" y="4645"/>
                  </a:lnTo>
                  <a:cubicBezTo>
                    <a:pt x="44278" y="1495"/>
                    <a:pt x="39108" y="1"/>
                    <a:pt x="34527"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9"/>
            <p:cNvSpPr/>
            <p:nvPr/>
          </p:nvSpPr>
          <p:spPr>
            <a:xfrm>
              <a:off x="4584875" y="3131825"/>
              <a:ext cx="941450" cy="1254750"/>
            </a:xfrm>
            <a:custGeom>
              <a:avLst/>
              <a:gdLst/>
              <a:ahLst/>
              <a:cxnLst/>
              <a:rect l="l" t="t" r="r" b="b"/>
              <a:pathLst>
                <a:path w="37658" h="50190" extrusionOk="0">
                  <a:moveTo>
                    <a:pt x="25623" y="0"/>
                  </a:moveTo>
                  <a:lnTo>
                    <a:pt x="1" y="14874"/>
                  </a:lnTo>
                  <a:cubicBezTo>
                    <a:pt x="6934" y="20969"/>
                    <a:pt x="12036" y="31190"/>
                    <a:pt x="12021" y="39813"/>
                  </a:cubicBezTo>
                  <a:cubicBezTo>
                    <a:pt x="12005" y="44880"/>
                    <a:pt x="10232" y="48463"/>
                    <a:pt x="7352" y="50153"/>
                  </a:cubicBezTo>
                  <a:lnTo>
                    <a:pt x="7352" y="50153"/>
                  </a:lnTo>
                  <a:lnTo>
                    <a:pt x="32928" y="35300"/>
                  </a:lnTo>
                  <a:cubicBezTo>
                    <a:pt x="35828" y="33609"/>
                    <a:pt x="37627" y="30027"/>
                    <a:pt x="37642" y="24939"/>
                  </a:cubicBezTo>
                  <a:cubicBezTo>
                    <a:pt x="37658" y="16301"/>
                    <a:pt x="32555" y="6095"/>
                    <a:pt x="25623" y="0"/>
                  </a:cubicBezTo>
                  <a:close/>
                  <a:moveTo>
                    <a:pt x="7352" y="50153"/>
                  </a:moveTo>
                  <a:lnTo>
                    <a:pt x="7290" y="50189"/>
                  </a:lnTo>
                  <a:cubicBezTo>
                    <a:pt x="7311" y="50177"/>
                    <a:pt x="7332" y="50165"/>
                    <a:pt x="7352" y="50153"/>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9"/>
            <p:cNvSpPr/>
            <p:nvPr/>
          </p:nvSpPr>
          <p:spPr>
            <a:xfrm>
              <a:off x="3406925" y="1416075"/>
              <a:ext cx="1433500" cy="1465275"/>
            </a:xfrm>
            <a:custGeom>
              <a:avLst/>
              <a:gdLst/>
              <a:ahLst/>
              <a:cxnLst/>
              <a:rect l="l" t="t" r="r" b="b"/>
              <a:pathLst>
                <a:path w="57340" h="58611" extrusionOk="0">
                  <a:moveTo>
                    <a:pt x="25623" y="0"/>
                  </a:moveTo>
                  <a:lnTo>
                    <a:pt x="1" y="14889"/>
                  </a:lnTo>
                  <a:cubicBezTo>
                    <a:pt x="14564" y="23296"/>
                    <a:pt x="26956" y="41023"/>
                    <a:pt x="31718" y="58611"/>
                  </a:cubicBezTo>
                  <a:lnTo>
                    <a:pt x="57340" y="43722"/>
                  </a:lnTo>
                  <a:cubicBezTo>
                    <a:pt x="52578" y="26134"/>
                    <a:pt x="40186" y="8406"/>
                    <a:pt x="25623"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9"/>
            <p:cNvSpPr/>
            <p:nvPr/>
          </p:nvSpPr>
          <p:spPr>
            <a:xfrm>
              <a:off x="4199850" y="2503850"/>
              <a:ext cx="1063600" cy="999825"/>
            </a:xfrm>
            <a:custGeom>
              <a:avLst/>
              <a:gdLst/>
              <a:ahLst/>
              <a:cxnLst/>
              <a:rect l="l" t="t" r="r" b="b"/>
              <a:pathLst>
                <a:path w="42544" h="39993" extrusionOk="0">
                  <a:moveTo>
                    <a:pt x="27202" y="1"/>
                  </a:moveTo>
                  <a:cubicBezTo>
                    <a:pt x="26646" y="1"/>
                    <a:pt x="26118" y="72"/>
                    <a:pt x="25623" y="211"/>
                  </a:cubicBezTo>
                  <a:lnTo>
                    <a:pt x="1" y="15100"/>
                  </a:lnTo>
                  <a:cubicBezTo>
                    <a:pt x="496" y="14961"/>
                    <a:pt x="1024" y="14890"/>
                    <a:pt x="1580" y="14890"/>
                  </a:cubicBezTo>
                  <a:cubicBezTo>
                    <a:pt x="3009" y="14890"/>
                    <a:pt x="4620" y="15358"/>
                    <a:pt x="6329" y="16341"/>
                  </a:cubicBezTo>
                  <a:cubicBezTo>
                    <a:pt x="12176" y="19722"/>
                    <a:pt x="16906" y="27911"/>
                    <a:pt x="16891" y="34642"/>
                  </a:cubicBezTo>
                  <a:cubicBezTo>
                    <a:pt x="16891" y="36906"/>
                    <a:pt x="16348" y="38721"/>
                    <a:pt x="15402" y="39993"/>
                  </a:cubicBezTo>
                  <a:lnTo>
                    <a:pt x="41024" y="25104"/>
                  </a:lnTo>
                  <a:cubicBezTo>
                    <a:pt x="41970" y="23832"/>
                    <a:pt x="42512" y="22017"/>
                    <a:pt x="42512" y="19753"/>
                  </a:cubicBezTo>
                  <a:cubicBezTo>
                    <a:pt x="42543" y="13022"/>
                    <a:pt x="37813" y="4832"/>
                    <a:pt x="31950" y="1451"/>
                  </a:cubicBezTo>
                  <a:cubicBezTo>
                    <a:pt x="30242" y="469"/>
                    <a:pt x="28630" y="1"/>
                    <a:pt x="27202"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9"/>
            <p:cNvSpPr/>
            <p:nvPr/>
          </p:nvSpPr>
          <p:spPr>
            <a:xfrm>
              <a:off x="2021150" y="1671875"/>
              <a:ext cx="2864650" cy="2741950"/>
            </a:xfrm>
            <a:custGeom>
              <a:avLst/>
              <a:gdLst/>
              <a:ahLst/>
              <a:cxnLst/>
              <a:rect l="l" t="t" r="r" b="b"/>
              <a:pathLst>
                <a:path w="114586" h="109678" extrusionOk="0">
                  <a:moveTo>
                    <a:pt x="40215" y="0"/>
                  </a:moveTo>
                  <a:cubicBezTo>
                    <a:pt x="31129" y="0"/>
                    <a:pt x="24360" y="5890"/>
                    <a:pt x="22164" y="16367"/>
                  </a:cubicBezTo>
                  <a:cubicBezTo>
                    <a:pt x="21652" y="16026"/>
                    <a:pt x="21140" y="15700"/>
                    <a:pt x="20613" y="15390"/>
                  </a:cubicBezTo>
                  <a:cubicBezTo>
                    <a:pt x="17309" y="13485"/>
                    <a:pt x="14185" y="12582"/>
                    <a:pt x="11416" y="12582"/>
                  </a:cubicBezTo>
                  <a:cubicBezTo>
                    <a:pt x="4696" y="12582"/>
                    <a:pt x="69" y="17900"/>
                    <a:pt x="47" y="27115"/>
                  </a:cubicBezTo>
                  <a:cubicBezTo>
                    <a:pt x="1" y="40128"/>
                    <a:pt x="9151" y="55979"/>
                    <a:pt x="20489" y="62524"/>
                  </a:cubicBezTo>
                  <a:lnTo>
                    <a:pt x="98331" y="107455"/>
                  </a:lnTo>
                  <a:cubicBezTo>
                    <a:pt x="100940" y="108963"/>
                    <a:pt x="103408" y="109678"/>
                    <a:pt x="105595" y="109678"/>
                  </a:cubicBezTo>
                  <a:cubicBezTo>
                    <a:pt x="110896" y="109678"/>
                    <a:pt x="114548" y="105480"/>
                    <a:pt x="114570" y="98211"/>
                  </a:cubicBezTo>
                  <a:cubicBezTo>
                    <a:pt x="114585" y="89588"/>
                    <a:pt x="109483" y="79367"/>
                    <a:pt x="102550" y="73272"/>
                  </a:cubicBezTo>
                  <a:cubicBezTo>
                    <a:pt x="103480" y="72000"/>
                    <a:pt x="104039" y="70185"/>
                    <a:pt x="104039" y="67921"/>
                  </a:cubicBezTo>
                  <a:cubicBezTo>
                    <a:pt x="104054" y="61190"/>
                    <a:pt x="99324" y="53001"/>
                    <a:pt x="93461" y="49620"/>
                  </a:cubicBezTo>
                  <a:cubicBezTo>
                    <a:pt x="91764" y="48637"/>
                    <a:pt x="90147" y="48169"/>
                    <a:pt x="88715" y="48169"/>
                  </a:cubicBezTo>
                  <a:cubicBezTo>
                    <a:pt x="88158" y="48169"/>
                    <a:pt x="87629" y="48240"/>
                    <a:pt x="87133" y="48379"/>
                  </a:cubicBezTo>
                  <a:cubicBezTo>
                    <a:pt x="82372" y="30791"/>
                    <a:pt x="69995" y="13064"/>
                    <a:pt x="55432" y="4657"/>
                  </a:cubicBezTo>
                  <a:cubicBezTo>
                    <a:pt x="49964" y="1497"/>
                    <a:pt x="44795" y="0"/>
                    <a:pt x="40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9"/>
            <p:cNvSpPr/>
            <p:nvPr/>
          </p:nvSpPr>
          <p:spPr>
            <a:xfrm>
              <a:off x="2655100" y="2317950"/>
              <a:ext cx="1276475" cy="1773925"/>
            </a:xfrm>
            <a:custGeom>
              <a:avLst/>
              <a:gdLst/>
              <a:ahLst/>
              <a:cxnLst/>
              <a:rect l="l" t="t" r="r" b="b"/>
              <a:pathLst>
                <a:path w="51059" h="70957" extrusionOk="0">
                  <a:moveTo>
                    <a:pt x="30648" y="0"/>
                  </a:moveTo>
                  <a:lnTo>
                    <a:pt x="20567" y="5848"/>
                  </a:lnTo>
                  <a:lnTo>
                    <a:pt x="1" y="22288"/>
                  </a:lnTo>
                  <a:lnTo>
                    <a:pt x="11835" y="29127"/>
                  </a:lnTo>
                  <a:lnTo>
                    <a:pt x="11742" y="60953"/>
                  </a:lnTo>
                  <a:lnTo>
                    <a:pt x="29066" y="70957"/>
                  </a:lnTo>
                  <a:lnTo>
                    <a:pt x="39131" y="65094"/>
                  </a:lnTo>
                  <a:lnTo>
                    <a:pt x="39193" y="44916"/>
                  </a:lnTo>
                  <a:lnTo>
                    <a:pt x="40977" y="45955"/>
                  </a:lnTo>
                  <a:lnTo>
                    <a:pt x="51058" y="40093"/>
                  </a:lnTo>
                  <a:lnTo>
                    <a:pt x="30648"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9"/>
            <p:cNvSpPr/>
            <p:nvPr/>
          </p:nvSpPr>
          <p:spPr>
            <a:xfrm>
              <a:off x="3381725" y="3149650"/>
              <a:ext cx="254000" cy="942225"/>
            </a:xfrm>
            <a:custGeom>
              <a:avLst/>
              <a:gdLst/>
              <a:ahLst/>
              <a:cxnLst/>
              <a:rect l="l" t="t" r="r" b="b"/>
              <a:pathLst>
                <a:path w="10160" h="37689" extrusionOk="0">
                  <a:moveTo>
                    <a:pt x="10159" y="0"/>
                  </a:moveTo>
                  <a:lnTo>
                    <a:pt x="78" y="5848"/>
                  </a:lnTo>
                  <a:lnTo>
                    <a:pt x="1" y="37689"/>
                  </a:lnTo>
                  <a:lnTo>
                    <a:pt x="10066" y="31826"/>
                  </a:lnTo>
                  <a:lnTo>
                    <a:pt x="10159"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9"/>
            <p:cNvSpPr/>
            <p:nvPr/>
          </p:nvSpPr>
          <p:spPr>
            <a:xfrm>
              <a:off x="3169250" y="2317950"/>
              <a:ext cx="762325" cy="1148900"/>
            </a:xfrm>
            <a:custGeom>
              <a:avLst/>
              <a:gdLst/>
              <a:ahLst/>
              <a:cxnLst/>
              <a:rect l="l" t="t" r="r" b="b"/>
              <a:pathLst>
                <a:path w="30493" h="45956" extrusionOk="0">
                  <a:moveTo>
                    <a:pt x="10082" y="0"/>
                  </a:moveTo>
                  <a:lnTo>
                    <a:pt x="1" y="5848"/>
                  </a:lnTo>
                  <a:lnTo>
                    <a:pt x="20411" y="45955"/>
                  </a:lnTo>
                  <a:lnTo>
                    <a:pt x="30492" y="40093"/>
                  </a:lnTo>
                  <a:lnTo>
                    <a:pt x="10082" y="0"/>
                  </a:lnTo>
                  <a:close/>
                </a:path>
              </a:pathLst>
            </a:custGeom>
            <a:solidFill>
              <a:srgbClr val="3C64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9"/>
            <p:cNvSpPr/>
            <p:nvPr/>
          </p:nvSpPr>
          <p:spPr>
            <a:xfrm>
              <a:off x="2655100" y="2464125"/>
              <a:ext cx="1024450" cy="1627750"/>
            </a:xfrm>
            <a:custGeom>
              <a:avLst/>
              <a:gdLst/>
              <a:ahLst/>
              <a:cxnLst/>
              <a:rect l="l" t="t" r="r" b="b"/>
              <a:pathLst>
                <a:path w="40978" h="65110" extrusionOk="0">
                  <a:moveTo>
                    <a:pt x="20567" y="1"/>
                  </a:moveTo>
                  <a:lnTo>
                    <a:pt x="1" y="16441"/>
                  </a:lnTo>
                  <a:lnTo>
                    <a:pt x="11835" y="23280"/>
                  </a:lnTo>
                  <a:lnTo>
                    <a:pt x="11742" y="55106"/>
                  </a:lnTo>
                  <a:lnTo>
                    <a:pt x="29066" y="65110"/>
                  </a:lnTo>
                  <a:lnTo>
                    <a:pt x="29143" y="33269"/>
                  </a:lnTo>
                  <a:lnTo>
                    <a:pt x="40977" y="40108"/>
                  </a:lnTo>
                  <a:lnTo>
                    <a:pt x="20567"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9"/>
          <p:cNvSpPr txBox="1">
            <a:spLocks noGrp="1"/>
          </p:cNvSpPr>
          <p:nvPr>
            <p:ph type="ctrTitle"/>
          </p:nvPr>
        </p:nvSpPr>
        <p:spPr>
          <a:xfrm>
            <a:off x="720000" y="377975"/>
            <a:ext cx="133740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ІСТОРІЯ</a:t>
            </a:r>
          </a:p>
        </p:txBody>
      </p:sp>
      <p:sp>
        <p:nvSpPr>
          <p:cNvPr id="126" name="Google Shape;126;p19"/>
          <p:cNvSpPr txBox="1">
            <a:spLocks noGrp="1"/>
          </p:cNvSpPr>
          <p:nvPr>
            <p:ph type="subTitle" idx="1"/>
          </p:nvPr>
        </p:nvSpPr>
        <p:spPr>
          <a:xfrm>
            <a:off x="266800" y="2308697"/>
            <a:ext cx="3162300" cy="1354552"/>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s" sz="1200" dirty="0">
                <a:latin typeface="Nunito Light"/>
                <a:ea typeface="Nunito Light"/>
                <a:cs typeface="Nunito Light"/>
                <a:sym typeface="Nunito Light"/>
              </a:rPr>
              <a:t>До 1991 року Інтернет був обмежений для використання: електронна пошта, telnet, FTP та USENET-трафіку.</a:t>
            </a:r>
            <a:endParaRPr sz="1200" dirty="0">
              <a:latin typeface="Nunito Light"/>
              <a:ea typeface="Nunito Light"/>
              <a:cs typeface="Nunito Light"/>
              <a:sym typeface="Nunito Light"/>
            </a:endParaRPr>
          </a:p>
          <a:p>
            <a:pPr marL="0" lvl="0" indent="0" algn="r" rtl="0">
              <a:spcBef>
                <a:spcPts val="0"/>
              </a:spcBef>
              <a:spcAft>
                <a:spcPts val="0"/>
              </a:spcAft>
              <a:buClr>
                <a:schemeClr val="dk1"/>
              </a:buClr>
              <a:buSzPts val="1100"/>
              <a:buFont typeface="Arial"/>
              <a:buNone/>
            </a:pPr>
            <a:endParaRPr sz="1200" dirty="0">
              <a:latin typeface="Nunito Light"/>
              <a:ea typeface="Nunito Light"/>
              <a:cs typeface="Nunito Light"/>
              <a:sym typeface="Nunito Light"/>
            </a:endParaRPr>
          </a:p>
          <a:p>
            <a:pPr marL="0" lvl="0" indent="0" algn="r" rtl="0">
              <a:spcBef>
                <a:spcPts val="0"/>
              </a:spcBef>
              <a:spcAft>
                <a:spcPts val="0"/>
              </a:spcAft>
              <a:buNone/>
            </a:pPr>
            <a:endParaRPr sz="1200" dirty="0">
              <a:latin typeface="Nunito Light"/>
              <a:ea typeface="Nunito Light"/>
              <a:cs typeface="Nunito Light"/>
              <a:sym typeface="Nunito Light"/>
            </a:endParaRPr>
          </a:p>
          <a:p>
            <a:pPr marL="0" lvl="0" indent="0" algn="r" rtl="0">
              <a:spcBef>
                <a:spcPts val="0"/>
              </a:spcBef>
              <a:spcAft>
                <a:spcPts val="0"/>
              </a:spcAft>
              <a:buNone/>
            </a:pPr>
            <a:endParaRPr sz="1200" dirty="0">
              <a:latin typeface="Nunito Light"/>
              <a:ea typeface="Nunito Light"/>
              <a:cs typeface="Nunito Light"/>
              <a:sym typeface="Nunito Light"/>
            </a:endParaRPr>
          </a:p>
        </p:txBody>
      </p:sp>
      <p:sp>
        <p:nvSpPr>
          <p:cNvPr id="127" name="Google Shape;127;p19"/>
          <p:cNvSpPr txBox="1">
            <a:spLocks noGrp="1"/>
          </p:cNvSpPr>
          <p:nvPr>
            <p:ph type="subTitle" idx="2"/>
          </p:nvPr>
        </p:nvSpPr>
        <p:spPr>
          <a:xfrm>
            <a:off x="5691624" y="2238250"/>
            <a:ext cx="3242719" cy="142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latin typeface="Nunito Light"/>
                <a:ea typeface="Nunito Light"/>
                <a:cs typeface="Nunito Light"/>
                <a:sym typeface="Nunito Light"/>
              </a:rPr>
              <a:t>По мірі зростання кількості користувачів у Всесвітній павутині зростав тиск на компанії, як великі, так і малі, бути присутніми в Інтернеті. До 1995 року такі компанії, як GeoCities, Angelfire та Tripod, пропонували безкоштовний хостинг.</a:t>
            </a:r>
            <a:endParaRPr sz="1200">
              <a:latin typeface="Nunito Light"/>
              <a:ea typeface="Nunito Light"/>
              <a:cs typeface="Nunito Light"/>
              <a:sym typeface="Nunito Light"/>
            </a:endParaRPr>
          </a:p>
          <a:p>
            <a:pPr marL="0" lvl="0" indent="0" algn="l" rtl="0">
              <a:spcBef>
                <a:spcPts val="0"/>
              </a:spcBef>
              <a:spcAft>
                <a:spcPts val="0"/>
              </a:spcAft>
              <a:buNone/>
            </a:pPr>
            <a:endParaRPr sz="1200">
              <a:latin typeface="Nunito Light"/>
              <a:ea typeface="Nunito Light"/>
              <a:cs typeface="Nunito Light"/>
              <a:sym typeface="Nunito Light"/>
            </a:endParaRPr>
          </a:p>
        </p:txBody>
      </p:sp>
      <p:sp>
        <p:nvSpPr>
          <p:cNvPr id="128" name="Google Shape;128;p19"/>
          <p:cNvSpPr txBox="1">
            <a:spLocks noGrp="1"/>
          </p:cNvSpPr>
          <p:nvPr>
            <p:ph type="subTitle" idx="3"/>
          </p:nvPr>
        </p:nvSpPr>
        <p:spPr>
          <a:xfrm>
            <a:off x="4083975" y="400056"/>
            <a:ext cx="4850368" cy="127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dirty="0">
                <a:latin typeface="Nunito Light"/>
                <a:ea typeface="Nunito Light"/>
                <a:cs typeface="Nunito Light"/>
                <a:sym typeface="Nunito Light"/>
              </a:rPr>
              <a:t>Для розміщення веб-сайту в Інтернеті фізичній особі або компанії був потрібен власний комп’ютер або сервер. Оскільки не всі компанії мали для цього бюджет або досвід, почали пропонуватися послуги розміщення веб-сайтів користувачів на їхніх серверах, не вимагаючи від клієнта володіння необхідною для роботи веб-сайту інфраструктурою. </a:t>
            </a:r>
            <a:endParaRPr sz="1200" dirty="0">
              <a:latin typeface="Nunito Light"/>
              <a:ea typeface="Nunito Light"/>
              <a:cs typeface="Nunito Light"/>
              <a:sym typeface="Nunito Light"/>
            </a:endParaRPr>
          </a:p>
        </p:txBody>
      </p:sp>
      <p:grpSp>
        <p:nvGrpSpPr>
          <p:cNvPr id="129" name="Google Shape;129;p19"/>
          <p:cNvGrpSpPr/>
          <p:nvPr/>
        </p:nvGrpSpPr>
        <p:grpSpPr>
          <a:xfrm>
            <a:off x="5125241" y="2943775"/>
            <a:ext cx="491321" cy="730502"/>
            <a:chOff x="2324375" y="659875"/>
            <a:chExt cx="2952650" cy="4387400"/>
          </a:xfrm>
        </p:grpSpPr>
        <p:sp>
          <p:nvSpPr>
            <p:cNvPr id="130" name="Google Shape;130;p19"/>
            <p:cNvSpPr/>
            <p:nvPr/>
          </p:nvSpPr>
          <p:spPr>
            <a:xfrm>
              <a:off x="3027725" y="3252400"/>
              <a:ext cx="1536250" cy="1794875"/>
            </a:xfrm>
            <a:custGeom>
              <a:avLst/>
              <a:gdLst/>
              <a:ahLst/>
              <a:cxnLst/>
              <a:rect l="l" t="t" r="r" b="b"/>
              <a:pathLst>
                <a:path w="61450" h="71795" extrusionOk="0">
                  <a:moveTo>
                    <a:pt x="14285" y="1"/>
                  </a:moveTo>
                  <a:lnTo>
                    <a:pt x="10873" y="2916"/>
                  </a:lnTo>
                  <a:lnTo>
                    <a:pt x="18488" y="34695"/>
                  </a:lnTo>
                  <a:lnTo>
                    <a:pt x="1" y="45366"/>
                  </a:lnTo>
                  <a:lnTo>
                    <a:pt x="16" y="49414"/>
                  </a:lnTo>
                  <a:lnTo>
                    <a:pt x="38511" y="71794"/>
                  </a:lnTo>
                  <a:lnTo>
                    <a:pt x="61449" y="58534"/>
                  </a:lnTo>
                  <a:lnTo>
                    <a:pt x="52795" y="22365"/>
                  </a:lnTo>
                  <a:lnTo>
                    <a:pt x="14285" y="1"/>
                  </a:lnTo>
                  <a:close/>
                </a:path>
              </a:pathLst>
            </a:custGeom>
            <a:solidFill>
              <a:srgbClr val="79B1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9"/>
            <p:cNvSpPr/>
            <p:nvPr/>
          </p:nvSpPr>
          <p:spPr>
            <a:xfrm>
              <a:off x="3027725" y="4386550"/>
              <a:ext cx="962775" cy="660725"/>
            </a:xfrm>
            <a:custGeom>
              <a:avLst/>
              <a:gdLst/>
              <a:ahLst/>
              <a:cxnLst/>
              <a:rect l="l" t="t" r="r" b="b"/>
              <a:pathLst>
                <a:path w="38511" h="26429" extrusionOk="0">
                  <a:moveTo>
                    <a:pt x="1" y="0"/>
                  </a:moveTo>
                  <a:lnTo>
                    <a:pt x="16" y="4048"/>
                  </a:lnTo>
                  <a:lnTo>
                    <a:pt x="38511" y="26428"/>
                  </a:lnTo>
                  <a:lnTo>
                    <a:pt x="38495" y="22380"/>
                  </a:lnTo>
                  <a:lnTo>
                    <a:pt x="1" y="0"/>
                  </a:lnTo>
                  <a:close/>
                </a:path>
              </a:pathLst>
            </a:custGeom>
            <a:solidFill>
              <a:srgbClr val="65A6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9"/>
            <p:cNvSpPr/>
            <p:nvPr/>
          </p:nvSpPr>
          <p:spPr>
            <a:xfrm>
              <a:off x="3299525" y="3325300"/>
              <a:ext cx="1152775" cy="1354000"/>
            </a:xfrm>
            <a:custGeom>
              <a:avLst/>
              <a:gdLst/>
              <a:ahLst/>
              <a:cxnLst/>
              <a:rect l="l" t="t" r="r" b="b"/>
              <a:pathLst>
                <a:path w="46111" h="54160" extrusionOk="0">
                  <a:moveTo>
                    <a:pt x="1" y="0"/>
                  </a:moveTo>
                  <a:lnTo>
                    <a:pt x="7616" y="31779"/>
                  </a:lnTo>
                  <a:lnTo>
                    <a:pt x="46111" y="54160"/>
                  </a:lnTo>
                  <a:lnTo>
                    <a:pt x="38495" y="22381"/>
                  </a:lnTo>
                  <a:lnTo>
                    <a:pt x="1" y="0"/>
                  </a:lnTo>
                  <a:close/>
                </a:path>
              </a:pathLst>
            </a:custGeom>
            <a:solidFill>
              <a:srgbClr val="65A6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9"/>
            <p:cNvSpPr/>
            <p:nvPr/>
          </p:nvSpPr>
          <p:spPr>
            <a:xfrm>
              <a:off x="3299525" y="3252400"/>
              <a:ext cx="1048075" cy="632425"/>
            </a:xfrm>
            <a:custGeom>
              <a:avLst/>
              <a:gdLst/>
              <a:ahLst/>
              <a:cxnLst/>
              <a:rect l="l" t="t" r="r" b="b"/>
              <a:pathLst>
                <a:path w="41923" h="25297" extrusionOk="0">
                  <a:moveTo>
                    <a:pt x="3413" y="1"/>
                  </a:moveTo>
                  <a:lnTo>
                    <a:pt x="1" y="2916"/>
                  </a:lnTo>
                  <a:lnTo>
                    <a:pt x="38495" y="25297"/>
                  </a:lnTo>
                  <a:lnTo>
                    <a:pt x="41923" y="22365"/>
                  </a:lnTo>
                  <a:lnTo>
                    <a:pt x="3413" y="1"/>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9"/>
            <p:cNvSpPr/>
            <p:nvPr/>
          </p:nvSpPr>
          <p:spPr>
            <a:xfrm>
              <a:off x="3990100" y="3811525"/>
              <a:ext cx="573875" cy="1235750"/>
            </a:xfrm>
            <a:custGeom>
              <a:avLst/>
              <a:gdLst/>
              <a:ahLst/>
              <a:cxnLst/>
              <a:rect l="l" t="t" r="r" b="b"/>
              <a:pathLst>
                <a:path w="22955" h="49430" extrusionOk="0">
                  <a:moveTo>
                    <a:pt x="14300" y="0"/>
                  </a:moveTo>
                  <a:lnTo>
                    <a:pt x="10872" y="2932"/>
                  </a:lnTo>
                  <a:lnTo>
                    <a:pt x="18488" y="34711"/>
                  </a:lnTo>
                  <a:lnTo>
                    <a:pt x="0" y="45381"/>
                  </a:lnTo>
                  <a:lnTo>
                    <a:pt x="16" y="49429"/>
                  </a:lnTo>
                  <a:lnTo>
                    <a:pt x="22954" y="36169"/>
                  </a:lnTo>
                  <a:lnTo>
                    <a:pt x="14300"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p:nvPr/>
          </p:nvSpPr>
          <p:spPr>
            <a:xfrm>
              <a:off x="2324375" y="659875"/>
              <a:ext cx="2952650" cy="3943825"/>
            </a:xfrm>
            <a:custGeom>
              <a:avLst/>
              <a:gdLst/>
              <a:ahLst/>
              <a:cxnLst/>
              <a:rect l="l" t="t" r="r" b="b"/>
              <a:pathLst>
                <a:path w="118106" h="157753" extrusionOk="0">
                  <a:moveTo>
                    <a:pt x="107642" y="156907"/>
                  </a:moveTo>
                  <a:lnTo>
                    <a:pt x="107574" y="156946"/>
                  </a:lnTo>
                  <a:cubicBezTo>
                    <a:pt x="107597" y="156935"/>
                    <a:pt x="107619" y="156921"/>
                    <a:pt x="107642" y="156907"/>
                  </a:cubicBezTo>
                  <a:close/>
                  <a:moveTo>
                    <a:pt x="13670" y="1"/>
                  </a:moveTo>
                  <a:cubicBezTo>
                    <a:pt x="12497" y="1"/>
                    <a:pt x="11433" y="278"/>
                    <a:pt x="10516" y="811"/>
                  </a:cubicBezTo>
                  <a:lnTo>
                    <a:pt x="3738" y="4750"/>
                  </a:lnTo>
                  <a:lnTo>
                    <a:pt x="3754" y="4735"/>
                  </a:lnTo>
                  <a:lnTo>
                    <a:pt x="3754" y="4735"/>
                  </a:lnTo>
                  <a:cubicBezTo>
                    <a:pt x="1598" y="5991"/>
                    <a:pt x="248" y="8659"/>
                    <a:pt x="233" y="12459"/>
                  </a:cubicBezTo>
                  <a:lnTo>
                    <a:pt x="31" y="85121"/>
                  </a:lnTo>
                  <a:cubicBezTo>
                    <a:pt x="0" y="92736"/>
                    <a:pt x="5367" y="102011"/>
                    <a:pt x="11989" y="105842"/>
                  </a:cubicBezTo>
                  <a:lnTo>
                    <a:pt x="99044" y="156108"/>
                  </a:lnTo>
                  <a:cubicBezTo>
                    <a:pt x="100971" y="157225"/>
                    <a:pt x="102796" y="157753"/>
                    <a:pt x="104413" y="157753"/>
                  </a:cubicBezTo>
                  <a:cubicBezTo>
                    <a:pt x="105671" y="157753"/>
                    <a:pt x="106803" y="157433"/>
                    <a:pt x="107760" y="156822"/>
                  </a:cubicBezTo>
                  <a:lnTo>
                    <a:pt x="107760" y="156822"/>
                  </a:lnTo>
                  <a:cubicBezTo>
                    <a:pt x="107721" y="156851"/>
                    <a:pt x="107681" y="156881"/>
                    <a:pt x="107642" y="156907"/>
                  </a:cubicBezTo>
                  <a:lnTo>
                    <a:pt x="107642" y="156907"/>
                  </a:lnTo>
                  <a:lnTo>
                    <a:pt x="114368" y="153006"/>
                  </a:lnTo>
                  <a:cubicBezTo>
                    <a:pt x="116523" y="151750"/>
                    <a:pt x="117857" y="149083"/>
                    <a:pt x="117873" y="145298"/>
                  </a:cubicBezTo>
                  <a:lnTo>
                    <a:pt x="118074" y="72636"/>
                  </a:lnTo>
                  <a:cubicBezTo>
                    <a:pt x="118105" y="65021"/>
                    <a:pt x="112755" y="55730"/>
                    <a:pt x="106132" y="51900"/>
                  </a:cubicBezTo>
                  <a:lnTo>
                    <a:pt x="19061" y="1648"/>
                  </a:lnTo>
                  <a:cubicBezTo>
                    <a:pt x="17125" y="532"/>
                    <a:pt x="15294" y="1"/>
                    <a:pt x="13670" y="1"/>
                  </a:cubicBez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2418200" y="659875"/>
              <a:ext cx="383100" cy="139700"/>
            </a:xfrm>
            <a:custGeom>
              <a:avLst/>
              <a:gdLst/>
              <a:ahLst/>
              <a:cxnLst/>
              <a:rect l="l" t="t" r="r" b="b"/>
              <a:pathLst>
                <a:path w="15324" h="5588" extrusionOk="0">
                  <a:moveTo>
                    <a:pt x="9932" y="1"/>
                  </a:moveTo>
                  <a:cubicBezTo>
                    <a:pt x="8760" y="1"/>
                    <a:pt x="7695" y="278"/>
                    <a:pt x="6778" y="811"/>
                  </a:cubicBezTo>
                  <a:lnTo>
                    <a:pt x="1" y="4750"/>
                  </a:lnTo>
                  <a:cubicBezTo>
                    <a:pt x="913" y="4223"/>
                    <a:pt x="1975" y="3947"/>
                    <a:pt x="3148" y="3947"/>
                  </a:cubicBezTo>
                  <a:cubicBezTo>
                    <a:pt x="4768" y="3947"/>
                    <a:pt x="6597" y="4473"/>
                    <a:pt x="8531" y="5588"/>
                  </a:cubicBezTo>
                  <a:lnTo>
                    <a:pt x="15324" y="1648"/>
                  </a:lnTo>
                  <a:cubicBezTo>
                    <a:pt x="13388" y="532"/>
                    <a:pt x="11556" y="1"/>
                    <a:pt x="9932" y="1"/>
                  </a:cubicBezTo>
                  <a:close/>
                </a:path>
              </a:pathLst>
            </a:custGeom>
            <a:solidFill>
              <a:srgbClr val="65A6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9"/>
            <p:cNvSpPr/>
            <p:nvPr/>
          </p:nvSpPr>
          <p:spPr>
            <a:xfrm>
              <a:off x="5014100" y="4292325"/>
              <a:ext cx="257500" cy="291200"/>
            </a:xfrm>
            <a:custGeom>
              <a:avLst/>
              <a:gdLst/>
              <a:ahLst/>
              <a:cxnLst/>
              <a:rect l="l" t="t" r="r" b="b"/>
              <a:pathLst>
                <a:path w="10300" h="11648" extrusionOk="0">
                  <a:moveTo>
                    <a:pt x="10299" y="0"/>
                  </a:moveTo>
                  <a:lnTo>
                    <a:pt x="3506" y="3940"/>
                  </a:lnTo>
                  <a:cubicBezTo>
                    <a:pt x="3490" y="7724"/>
                    <a:pt x="2157" y="10392"/>
                    <a:pt x="1" y="11648"/>
                  </a:cubicBezTo>
                  <a:lnTo>
                    <a:pt x="6794" y="7708"/>
                  </a:lnTo>
                  <a:cubicBezTo>
                    <a:pt x="8950" y="6452"/>
                    <a:pt x="10284" y="3785"/>
                    <a:pt x="10299" y="0"/>
                  </a:cubicBez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9"/>
            <p:cNvSpPr/>
            <p:nvPr/>
          </p:nvSpPr>
          <p:spPr>
            <a:xfrm>
              <a:off x="5101725" y="2475750"/>
              <a:ext cx="174900" cy="1915075"/>
            </a:xfrm>
            <a:custGeom>
              <a:avLst/>
              <a:gdLst/>
              <a:ahLst/>
              <a:cxnLst/>
              <a:rect l="l" t="t" r="r" b="b"/>
              <a:pathLst>
                <a:path w="6996" h="76603" extrusionOk="0">
                  <a:moveTo>
                    <a:pt x="6996" y="1"/>
                  </a:moveTo>
                  <a:lnTo>
                    <a:pt x="203" y="3940"/>
                  </a:lnTo>
                  <a:lnTo>
                    <a:pt x="1" y="76603"/>
                  </a:lnTo>
                  <a:lnTo>
                    <a:pt x="6794" y="72663"/>
                  </a:lnTo>
                  <a:lnTo>
                    <a:pt x="6996"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9"/>
            <p:cNvSpPr/>
            <p:nvPr/>
          </p:nvSpPr>
          <p:spPr>
            <a:xfrm>
              <a:off x="2631450" y="701075"/>
              <a:ext cx="2346225" cy="1355175"/>
            </a:xfrm>
            <a:custGeom>
              <a:avLst/>
              <a:gdLst/>
              <a:ahLst/>
              <a:cxnLst/>
              <a:rect l="l" t="t" r="r" b="b"/>
              <a:pathLst>
                <a:path w="93849" h="54207" extrusionOk="0">
                  <a:moveTo>
                    <a:pt x="6778" y="0"/>
                  </a:moveTo>
                  <a:lnTo>
                    <a:pt x="1" y="3940"/>
                  </a:lnTo>
                  <a:lnTo>
                    <a:pt x="87056" y="54206"/>
                  </a:lnTo>
                  <a:lnTo>
                    <a:pt x="93849" y="50252"/>
                  </a:lnTo>
                  <a:lnTo>
                    <a:pt x="6778" y="0"/>
                  </a:lnTo>
                  <a:close/>
                </a:path>
              </a:pathLst>
            </a:custGeom>
            <a:solidFill>
              <a:srgbClr val="79B1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9"/>
            <p:cNvSpPr/>
            <p:nvPr/>
          </p:nvSpPr>
          <p:spPr>
            <a:xfrm>
              <a:off x="4807825" y="1957750"/>
              <a:ext cx="469200" cy="616525"/>
            </a:xfrm>
            <a:custGeom>
              <a:avLst/>
              <a:gdLst/>
              <a:ahLst/>
              <a:cxnLst/>
              <a:rect l="l" t="t" r="r" b="b"/>
              <a:pathLst>
                <a:path w="18768" h="24661" extrusionOk="0">
                  <a:moveTo>
                    <a:pt x="6778" y="0"/>
                  </a:moveTo>
                  <a:lnTo>
                    <a:pt x="1" y="3939"/>
                  </a:lnTo>
                  <a:cubicBezTo>
                    <a:pt x="6623" y="7770"/>
                    <a:pt x="11990" y="17045"/>
                    <a:pt x="11959" y="24660"/>
                  </a:cubicBezTo>
                  <a:lnTo>
                    <a:pt x="18752" y="20721"/>
                  </a:lnTo>
                  <a:cubicBezTo>
                    <a:pt x="18767" y="13106"/>
                    <a:pt x="13417" y="3815"/>
                    <a:pt x="6778" y="0"/>
                  </a:cubicBezTo>
                  <a:close/>
                </a:path>
              </a:pathLst>
            </a:custGeom>
            <a:solidFill>
              <a:srgbClr val="65A6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9"/>
            <p:cNvSpPr/>
            <p:nvPr/>
          </p:nvSpPr>
          <p:spPr>
            <a:xfrm>
              <a:off x="2324750" y="758400"/>
              <a:ext cx="2782825" cy="3845425"/>
            </a:xfrm>
            <a:custGeom>
              <a:avLst/>
              <a:gdLst/>
              <a:ahLst/>
              <a:cxnLst/>
              <a:rect l="l" t="t" r="r" b="b"/>
              <a:pathLst>
                <a:path w="111313" h="153817" extrusionOk="0">
                  <a:moveTo>
                    <a:pt x="6884" y="1"/>
                  </a:moveTo>
                  <a:cubicBezTo>
                    <a:pt x="2947" y="1"/>
                    <a:pt x="240" y="3123"/>
                    <a:pt x="218" y="8518"/>
                  </a:cubicBezTo>
                  <a:lnTo>
                    <a:pt x="16" y="81180"/>
                  </a:lnTo>
                  <a:cubicBezTo>
                    <a:pt x="1" y="88795"/>
                    <a:pt x="5352" y="98085"/>
                    <a:pt x="11974" y="101916"/>
                  </a:cubicBezTo>
                  <a:lnTo>
                    <a:pt x="99045" y="152167"/>
                  </a:lnTo>
                  <a:cubicBezTo>
                    <a:pt x="100978" y="153286"/>
                    <a:pt x="102808" y="153816"/>
                    <a:pt x="104429" y="153816"/>
                  </a:cubicBezTo>
                  <a:cubicBezTo>
                    <a:pt x="108360" y="153816"/>
                    <a:pt x="111069" y="150699"/>
                    <a:pt x="111080" y="145297"/>
                  </a:cubicBezTo>
                  <a:lnTo>
                    <a:pt x="111282" y="72634"/>
                  </a:lnTo>
                  <a:cubicBezTo>
                    <a:pt x="111313" y="65019"/>
                    <a:pt x="105946" y="55744"/>
                    <a:pt x="99324" y="51913"/>
                  </a:cubicBezTo>
                  <a:lnTo>
                    <a:pt x="12269" y="1647"/>
                  </a:lnTo>
                  <a:cubicBezTo>
                    <a:pt x="10333" y="530"/>
                    <a:pt x="8504" y="1"/>
                    <a:pt x="6884" y="1"/>
                  </a:cubicBez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9"/>
            <p:cNvSpPr/>
            <p:nvPr/>
          </p:nvSpPr>
          <p:spPr>
            <a:xfrm>
              <a:off x="4734925" y="4256200"/>
              <a:ext cx="170650" cy="219600"/>
            </a:xfrm>
            <a:custGeom>
              <a:avLst/>
              <a:gdLst/>
              <a:ahLst/>
              <a:cxnLst/>
              <a:rect l="l" t="t" r="r" b="b"/>
              <a:pathLst>
                <a:path w="6826" h="8784" extrusionOk="0">
                  <a:moveTo>
                    <a:pt x="1895" y="1"/>
                  </a:moveTo>
                  <a:cubicBezTo>
                    <a:pt x="777" y="1"/>
                    <a:pt x="12" y="885"/>
                    <a:pt x="1" y="2422"/>
                  </a:cubicBezTo>
                  <a:cubicBezTo>
                    <a:pt x="1" y="4594"/>
                    <a:pt x="1521" y="7230"/>
                    <a:pt x="3398" y="8316"/>
                  </a:cubicBezTo>
                  <a:cubicBezTo>
                    <a:pt x="3950" y="8633"/>
                    <a:pt x="4472" y="8783"/>
                    <a:pt x="4934" y="8783"/>
                  </a:cubicBezTo>
                  <a:cubicBezTo>
                    <a:pt x="6055" y="8783"/>
                    <a:pt x="6825" y="7899"/>
                    <a:pt x="6825" y="6362"/>
                  </a:cubicBezTo>
                  <a:cubicBezTo>
                    <a:pt x="6825" y="4190"/>
                    <a:pt x="5305" y="1554"/>
                    <a:pt x="3429" y="468"/>
                  </a:cubicBezTo>
                  <a:cubicBezTo>
                    <a:pt x="2876" y="151"/>
                    <a:pt x="2355" y="1"/>
                    <a:pt x="1895" y="1"/>
                  </a:cubicBezTo>
                  <a:close/>
                </a:path>
              </a:pathLst>
            </a:custGeom>
            <a:solidFill>
              <a:srgbClr val="65A6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9"/>
            <p:cNvSpPr/>
            <p:nvPr/>
          </p:nvSpPr>
          <p:spPr>
            <a:xfrm>
              <a:off x="2487225" y="950400"/>
              <a:ext cx="2457500" cy="3289975"/>
            </a:xfrm>
            <a:custGeom>
              <a:avLst/>
              <a:gdLst/>
              <a:ahLst/>
              <a:cxnLst/>
              <a:rect l="l" t="t" r="r" b="b"/>
              <a:pathLst>
                <a:path w="98300" h="131599" extrusionOk="0">
                  <a:moveTo>
                    <a:pt x="0" y="0"/>
                  </a:moveTo>
                  <a:lnTo>
                    <a:pt x="0" y="74849"/>
                  </a:lnTo>
                  <a:lnTo>
                    <a:pt x="98300" y="131599"/>
                  </a:lnTo>
                  <a:lnTo>
                    <a:pt x="98300" y="56750"/>
                  </a:lnTo>
                  <a:lnTo>
                    <a:pt x="0" y="0"/>
                  </a:lnTo>
                  <a:close/>
                </a:path>
              </a:pathLst>
            </a:custGeom>
            <a:solidFill>
              <a:srgbClr val="BCD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9"/>
            <p:cNvSpPr/>
            <p:nvPr/>
          </p:nvSpPr>
          <p:spPr>
            <a:xfrm>
              <a:off x="2487225" y="950400"/>
              <a:ext cx="2457500" cy="3289975"/>
            </a:xfrm>
            <a:custGeom>
              <a:avLst/>
              <a:gdLst/>
              <a:ahLst/>
              <a:cxnLst/>
              <a:rect l="l" t="t" r="r" b="b"/>
              <a:pathLst>
                <a:path w="98300" h="131599" extrusionOk="0">
                  <a:moveTo>
                    <a:pt x="0" y="0"/>
                  </a:moveTo>
                  <a:lnTo>
                    <a:pt x="0" y="74849"/>
                  </a:lnTo>
                  <a:lnTo>
                    <a:pt x="98300" y="131599"/>
                  </a:lnTo>
                  <a:lnTo>
                    <a:pt x="98300" y="56750"/>
                  </a:lnTo>
                  <a:lnTo>
                    <a:pt x="0" y="0"/>
                  </a:lnTo>
                  <a:close/>
                </a:path>
              </a:pathLst>
            </a:custGeom>
            <a:solidFill>
              <a:srgbClr val="BCD9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9"/>
          <p:cNvGrpSpPr/>
          <p:nvPr/>
        </p:nvGrpSpPr>
        <p:grpSpPr>
          <a:xfrm>
            <a:off x="3532736" y="3439397"/>
            <a:ext cx="551241" cy="688198"/>
            <a:chOff x="2399200" y="797525"/>
            <a:chExt cx="3020500" cy="3770950"/>
          </a:xfrm>
        </p:grpSpPr>
        <p:sp>
          <p:nvSpPr>
            <p:cNvPr id="146" name="Google Shape;146;p19"/>
            <p:cNvSpPr/>
            <p:nvPr/>
          </p:nvSpPr>
          <p:spPr>
            <a:xfrm>
              <a:off x="2399600" y="1135300"/>
              <a:ext cx="3020100" cy="3433175"/>
            </a:xfrm>
            <a:custGeom>
              <a:avLst/>
              <a:gdLst/>
              <a:ahLst/>
              <a:cxnLst/>
              <a:rect l="l" t="t" r="r" b="b"/>
              <a:pathLst>
                <a:path w="120804" h="137327" extrusionOk="0">
                  <a:moveTo>
                    <a:pt x="81428" y="134076"/>
                  </a:moveTo>
                  <a:lnTo>
                    <a:pt x="81363" y="134114"/>
                  </a:lnTo>
                  <a:cubicBezTo>
                    <a:pt x="81385" y="134101"/>
                    <a:pt x="81407" y="134088"/>
                    <a:pt x="81428" y="134076"/>
                  </a:cubicBezTo>
                  <a:close/>
                  <a:moveTo>
                    <a:pt x="51958" y="0"/>
                  </a:moveTo>
                  <a:cubicBezTo>
                    <a:pt x="47301" y="0"/>
                    <a:pt x="43077" y="1101"/>
                    <a:pt x="39441" y="3213"/>
                  </a:cubicBezTo>
                  <a:lnTo>
                    <a:pt x="13959" y="18148"/>
                  </a:lnTo>
                  <a:lnTo>
                    <a:pt x="13959" y="18148"/>
                  </a:lnTo>
                  <a:lnTo>
                    <a:pt x="14036" y="18102"/>
                  </a:lnTo>
                  <a:lnTo>
                    <a:pt x="14036" y="18102"/>
                  </a:lnTo>
                  <a:cubicBezTo>
                    <a:pt x="5444" y="23049"/>
                    <a:pt x="124" y="33611"/>
                    <a:pt x="78" y="48656"/>
                  </a:cubicBezTo>
                  <a:cubicBezTo>
                    <a:pt x="0" y="78853"/>
                    <a:pt x="21233" y="115626"/>
                    <a:pt x="47506" y="130810"/>
                  </a:cubicBezTo>
                  <a:cubicBezTo>
                    <a:pt x="55171" y="135233"/>
                    <a:pt x="62419" y="137327"/>
                    <a:pt x="68842" y="137327"/>
                  </a:cubicBezTo>
                  <a:cubicBezTo>
                    <a:pt x="73576" y="137327"/>
                    <a:pt x="77861" y="136190"/>
                    <a:pt x="81536" y="134010"/>
                  </a:cubicBezTo>
                  <a:lnTo>
                    <a:pt x="81536" y="134010"/>
                  </a:lnTo>
                  <a:cubicBezTo>
                    <a:pt x="81500" y="134032"/>
                    <a:pt x="81464" y="134054"/>
                    <a:pt x="81428" y="134076"/>
                  </a:cubicBezTo>
                  <a:lnTo>
                    <a:pt x="81428" y="134076"/>
                  </a:lnTo>
                  <a:lnTo>
                    <a:pt x="106845" y="119178"/>
                  </a:lnTo>
                  <a:cubicBezTo>
                    <a:pt x="115391" y="114215"/>
                    <a:pt x="120680" y="103668"/>
                    <a:pt x="120726" y="88655"/>
                  </a:cubicBezTo>
                  <a:cubicBezTo>
                    <a:pt x="120804" y="58473"/>
                    <a:pt x="99571" y="21700"/>
                    <a:pt x="73298" y="6532"/>
                  </a:cubicBezTo>
                  <a:cubicBezTo>
                    <a:pt x="65636" y="2098"/>
                    <a:pt x="58385" y="0"/>
                    <a:pt x="51958" y="0"/>
                  </a:cubicBezTo>
                  <a:close/>
                </a:path>
              </a:pathLst>
            </a:custGeom>
            <a:solidFill>
              <a:srgbClr val="8DBD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9"/>
            <p:cNvSpPr/>
            <p:nvPr/>
          </p:nvSpPr>
          <p:spPr>
            <a:xfrm>
              <a:off x="2512800" y="1362100"/>
              <a:ext cx="2616100" cy="3062650"/>
            </a:xfrm>
            <a:custGeom>
              <a:avLst/>
              <a:gdLst/>
              <a:ahLst/>
              <a:cxnLst/>
              <a:rect l="l" t="t" r="r" b="b"/>
              <a:pathLst>
                <a:path w="104644" h="122506" extrusionOk="0">
                  <a:moveTo>
                    <a:pt x="31078" y="0"/>
                  </a:moveTo>
                  <a:cubicBezTo>
                    <a:pt x="26640" y="0"/>
                    <a:pt x="22475" y="1005"/>
                    <a:pt x="18767" y="3121"/>
                  </a:cubicBezTo>
                  <a:cubicBezTo>
                    <a:pt x="109" y="13745"/>
                    <a:pt x="1" y="48393"/>
                    <a:pt x="18550" y="80498"/>
                  </a:cubicBezTo>
                  <a:cubicBezTo>
                    <a:pt x="27809" y="96550"/>
                    <a:pt x="39984" y="108927"/>
                    <a:pt x="52175" y="115968"/>
                  </a:cubicBezTo>
                  <a:cubicBezTo>
                    <a:pt x="59511" y="120206"/>
                    <a:pt x="66848" y="122506"/>
                    <a:pt x="73562" y="122506"/>
                  </a:cubicBezTo>
                  <a:cubicBezTo>
                    <a:pt x="78005" y="122506"/>
                    <a:pt x="82175" y="121499"/>
                    <a:pt x="85893" y="119381"/>
                  </a:cubicBezTo>
                  <a:cubicBezTo>
                    <a:pt x="104551" y="108757"/>
                    <a:pt x="104644" y="74108"/>
                    <a:pt x="86110" y="42003"/>
                  </a:cubicBezTo>
                  <a:cubicBezTo>
                    <a:pt x="76835" y="25951"/>
                    <a:pt x="64676" y="13574"/>
                    <a:pt x="52485" y="6533"/>
                  </a:cubicBezTo>
                  <a:cubicBezTo>
                    <a:pt x="45144" y="2302"/>
                    <a:pt x="37797" y="0"/>
                    <a:pt x="310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9"/>
            <p:cNvSpPr/>
            <p:nvPr/>
          </p:nvSpPr>
          <p:spPr>
            <a:xfrm>
              <a:off x="2980425" y="1916425"/>
              <a:ext cx="1731275" cy="2120825"/>
            </a:xfrm>
            <a:custGeom>
              <a:avLst/>
              <a:gdLst/>
              <a:ahLst/>
              <a:cxnLst/>
              <a:rect l="l" t="t" r="r" b="b"/>
              <a:pathLst>
                <a:path w="69251" h="84833" extrusionOk="0">
                  <a:moveTo>
                    <a:pt x="10825" y="1"/>
                  </a:moveTo>
                  <a:cubicBezTo>
                    <a:pt x="10601" y="1"/>
                    <a:pt x="10391" y="53"/>
                    <a:pt x="10206" y="164"/>
                  </a:cubicBezTo>
                  <a:cubicBezTo>
                    <a:pt x="9244" y="707"/>
                    <a:pt x="9244" y="2475"/>
                    <a:pt x="10206" y="4104"/>
                  </a:cubicBezTo>
                  <a:cubicBezTo>
                    <a:pt x="10609" y="4848"/>
                    <a:pt x="11198" y="5468"/>
                    <a:pt x="11912" y="5918"/>
                  </a:cubicBezTo>
                  <a:cubicBezTo>
                    <a:pt x="12283" y="6132"/>
                    <a:pt x="12655" y="6245"/>
                    <a:pt x="12997" y="6245"/>
                  </a:cubicBezTo>
                  <a:cubicBezTo>
                    <a:pt x="13225" y="6245"/>
                    <a:pt x="13440" y="6194"/>
                    <a:pt x="13633" y="6089"/>
                  </a:cubicBezTo>
                  <a:cubicBezTo>
                    <a:pt x="14579" y="5546"/>
                    <a:pt x="14579" y="3778"/>
                    <a:pt x="13633" y="2134"/>
                  </a:cubicBezTo>
                  <a:cubicBezTo>
                    <a:pt x="13230" y="1405"/>
                    <a:pt x="12641" y="784"/>
                    <a:pt x="11927" y="335"/>
                  </a:cubicBezTo>
                  <a:lnTo>
                    <a:pt x="11912" y="335"/>
                  </a:lnTo>
                  <a:cubicBezTo>
                    <a:pt x="11538" y="120"/>
                    <a:pt x="11165" y="1"/>
                    <a:pt x="10825" y="1"/>
                  </a:cubicBezTo>
                  <a:close/>
                  <a:moveTo>
                    <a:pt x="33617" y="2296"/>
                  </a:moveTo>
                  <a:cubicBezTo>
                    <a:pt x="32820" y="2296"/>
                    <a:pt x="32276" y="2928"/>
                    <a:pt x="32276" y="4026"/>
                  </a:cubicBezTo>
                  <a:cubicBezTo>
                    <a:pt x="32276" y="5561"/>
                    <a:pt x="33346" y="7438"/>
                    <a:pt x="34695" y="8214"/>
                  </a:cubicBezTo>
                  <a:cubicBezTo>
                    <a:pt x="35086" y="8438"/>
                    <a:pt x="35456" y="8545"/>
                    <a:pt x="35782" y="8545"/>
                  </a:cubicBezTo>
                  <a:cubicBezTo>
                    <a:pt x="36583" y="8545"/>
                    <a:pt x="37130" y="7908"/>
                    <a:pt x="37130" y="6818"/>
                  </a:cubicBezTo>
                  <a:cubicBezTo>
                    <a:pt x="37130" y="5282"/>
                    <a:pt x="36045" y="3390"/>
                    <a:pt x="34695" y="2630"/>
                  </a:cubicBezTo>
                  <a:lnTo>
                    <a:pt x="34711" y="2630"/>
                  </a:lnTo>
                  <a:cubicBezTo>
                    <a:pt x="34317" y="2404"/>
                    <a:pt x="33945" y="2296"/>
                    <a:pt x="33617" y="2296"/>
                  </a:cubicBezTo>
                  <a:close/>
                  <a:moveTo>
                    <a:pt x="1349" y="20752"/>
                  </a:moveTo>
                  <a:cubicBezTo>
                    <a:pt x="558" y="20752"/>
                    <a:pt x="11" y="21381"/>
                    <a:pt x="0" y="22467"/>
                  </a:cubicBezTo>
                  <a:cubicBezTo>
                    <a:pt x="0" y="24002"/>
                    <a:pt x="1086" y="25879"/>
                    <a:pt x="2420" y="26654"/>
                  </a:cubicBezTo>
                  <a:cubicBezTo>
                    <a:pt x="2814" y="26881"/>
                    <a:pt x="3185" y="26988"/>
                    <a:pt x="3514" y="26988"/>
                  </a:cubicBezTo>
                  <a:cubicBezTo>
                    <a:pt x="4311" y="26988"/>
                    <a:pt x="4855" y="26357"/>
                    <a:pt x="4855" y="25259"/>
                  </a:cubicBezTo>
                  <a:cubicBezTo>
                    <a:pt x="4855" y="23723"/>
                    <a:pt x="3769" y="21862"/>
                    <a:pt x="2435" y="21087"/>
                  </a:cubicBezTo>
                  <a:cubicBezTo>
                    <a:pt x="2045" y="20860"/>
                    <a:pt x="1676" y="20752"/>
                    <a:pt x="1349" y="20752"/>
                  </a:cubicBezTo>
                  <a:close/>
                  <a:moveTo>
                    <a:pt x="56352" y="26234"/>
                  </a:moveTo>
                  <a:cubicBezTo>
                    <a:pt x="56124" y="26234"/>
                    <a:pt x="55913" y="26285"/>
                    <a:pt x="55726" y="26391"/>
                  </a:cubicBezTo>
                  <a:cubicBezTo>
                    <a:pt x="54765" y="26934"/>
                    <a:pt x="54765" y="28702"/>
                    <a:pt x="55726" y="30346"/>
                  </a:cubicBezTo>
                  <a:cubicBezTo>
                    <a:pt x="56129" y="31075"/>
                    <a:pt x="56719" y="31695"/>
                    <a:pt x="57432" y="32145"/>
                  </a:cubicBezTo>
                  <a:cubicBezTo>
                    <a:pt x="57806" y="32360"/>
                    <a:pt x="58179" y="32479"/>
                    <a:pt x="58522" y="32479"/>
                  </a:cubicBezTo>
                  <a:cubicBezTo>
                    <a:pt x="58749" y="32479"/>
                    <a:pt x="58962" y="32427"/>
                    <a:pt x="59154" y="32315"/>
                  </a:cubicBezTo>
                  <a:cubicBezTo>
                    <a:pt x="60100" y="31773"/>
                    <a:pt x="60100" y="30005"/>
                    <a:pt x="59154" y="28376"/>
                  </a:cubicBezTo>
                  <a:cubicBezTo>
                    <a:pt x="58750" y="27632"/>
                    <a:pt x="58161" y="27011"/>
                    <a:pt x="57448" y="26561"/>
                  </a:cubicBezTo>
                  <a:cubicBezTo>
                    <a:pt x="57067" y="26348"/>
                    <a:pt x="56691" y="26234"/>
                    <a:pt x="56352" y="26234"/>
                  </a:cubicBezTo>
                  <a:close/>
                  <a:moveTo>
                    <a:pt x="10707" y="52337"/>
                  </a:moveTo>
                  <a:cubicBezTo>
                    <a:pt x="10480" y="52337"/>
                    <a:pt x="10268" y="52388"/>
                    <a:pt x="10082" y="52493"/>
                  </a:cubicBezTo>
                  <a:cubicBezTo>
                    <a:pt x="9120" y="53036"/>
                    <a:pt x="9120" y="54804"/>
                    <a:pt x="10082" y="56433"/>
                  </a:cubicBezTo>
                  <a:cubicBezTo>
                    <a:pt x="10485" y="57177"/>
                    <a:pt x="11074" y="57798"/>
                    <a:pt x="11788" y="58247"/>
                  </a:cubicBezTo>
                  <a:cubicBezTo>
                    <a:pt x="12161" y="58462"/>
                    <a:pt x="12534" y="58581"/>
                    <a:pt x="12877" y="58581"/>
                  </a:cubicBezTo>
                  <a:cubicBezTo>
                    <a:pt x="13104" y="58581"/>
                    <a:pt x="13318" y="58529"/>
                    <a:pt x="13509" y="58418"/>
                  </a:cubicBezTo>
                  <a:cubicBezTo>
                    <a:pt x="14455" y="57875"/>
                    <a:pt x="14455" y="56107"/>
                    <a:pt x="13525" y="54479"/>
                  </a:cubicBezTo>
                  <a:cubicBezTo>
                    <a:pt x="13106" y="53734"/>
                    <a:pt x="12517" y="53114"/>
                    <a:pt x="11803" y="52664"/>
                  </a:cubicBezTo>
                  <a:cubicBezTo>
                    <a:pt x="11422" y="52450"/>
                    <a:pt x="11047" y="52337"/>
                    <a:pt x="10707" y="52337"/>
                  </a:cubicBezTo>
                  <a:close/>
                  <a:moveTo>
                    <a:pt x="65744" y="57836"/>
                  </a:moveTo>
                  <a:cubicBezTo>
                    <a:pt x="64948" y="57836"/>
                    <a:pt x="64396" y="58468"/>
                    <a:pt x="64396" y="59566"/>
                  </a:cubicBezTo>
                  <a:cubicBezTo>
                    <a:pt x="64396" y="61101"/>
                    <a:pt x="65482" y="62978"/>
                    <a:pt x="66815" y="63738"/>
                  </a:cubicBezTo>
                  <a:cubicBezTo>
                    <a:pt x="67210" y="63965"/>
                    <a:pt x="67582" y="64072"/>
                    <a:pt x="67911" y="64072"/>
                  </a:cubicBezTo>
                  <a:cubicBezTo>
                    <a:pt x="68707" y="64072"/>
                    <a:pt x="69250" y="63444"/>
                    <a:pt x="69250" y="62358"/>
                  </a:cubicBezTo>
                  <a:cubicBezTo>
                    <a:pt x="69250" y="60807"/>
                    <a:pt x="68165" y="58945"/>
                    <a:pt x="66831" y="58170"/>
                  </a:cubicBezTo>
                  <a:cubicBezTo>
                    <a:pt x="66441" y="57944"/>
                    <a:pt x="66072" y="57836"/>
                    <a:pt x="65744" y="57836"/>
                  </a:cubicBezTo>
                  <a:close/>
                  <a:moveTo>
                    <a:pt x="33446" y="76308"/>
                  </a:moveTo>
                  <a:cubicBezTo>
                    <a:pt x="32649" y="76308"/>
                    <a:pt x="32105" y="76940"/>
                    <a:pt x="32105" y="78038"/>
                  </a:cubicBezTo>
                  <a:cubicBezTo>
                    <a:pt x="32090" y="79573"/>
                    <a:pt x="33175" y="81450"/>
                    <a:pt x="34525" y="82225"/>
                  </a:cubicBezTo>
                  <a:lnTo>
                    <a:pt x="34556" y="82241"/>
                  </a:lnTo>
                  <a:lnTo>
                    <a:pt x="34587" y="82272"/>
                  </a:lnTo>
                  <a:cubicBezTo>
                    <a:pt x="34977" y="82496"/>
                    <a:pt x="35346" y="82603"/>
                    <a:pt x="35672" y="82603"/>
                  </a:cubicBezTo>
                  <a:cubicBezTo>
                    <a:pt x="36473" y="82603"/>
                    <a:pt x="37022" y="81962"/>
                    <a:pt x="37022" y="80860"/>
                  </a:cubicBezTo>
                  <a:cubicBezTo>
                    <a:pt x="37022" y="79325"/>
                    <a:pt x="35936" y="77464"/>
                    <a:pt x="34602" y="76688"/>
                  </a:cubicBezTo>
                  <a:lnTo>
                    <a:pt x="34571" y="76673"/>
                  </a:lnTo>
                  <a:lnTo>
                    <a:pt x="34540" y="76642"/>
                  </a:lnTo>
                  <a:cubicBezTo>
                    <a:pt x="34146" y="76415"/>
                    <a:pt x="33775" y="76308"/>
                    <a:pt x="33446" y="76308"/>
                  </a:cubicBezTo>
                  <a:close/>
                  <a:moveTo>
                    <a:pt x="56280" y="78588"/>
                  </a:moveTo>
                  <a:cubicBezTo>
                    <a:pt x="56054" y="78588"/>
                    <a:pt x="55840" y="78640"/>
                    <a:pt x="55649" y="78751"/>
                  </a:cubicBezTo>
                  <a:cubicBezTo>
                    <a:pt x="54702" y="79294"/>
                    <a:pt x="54702" y="81062"/>
                    <a:pt x="55649" y="82691"/>
                  </a:cubicBezTo>
                  <a:cubicBezTo>
                    <a:pt x="56052" y="83435"/>
                    <a:pt x="56641" y="84055"/>
                    <a:pt x="57355" y="84505"/>
                  </a:cubicBezTo>
                  <a:cubicBezTo>
                    <a:pt x="57736" y="84719"/>
                    <a:pt x="58111" y="84832"/>
                    <a:pt x="58451" y="84832"/>
                  </a:cubicBezTo>
                  <a:cubicBezTo>
                    <a:pt x="58678" y="84832"/>
                    <a:pt x="58890" y="84782"/>
                    <a:pt x="59076" y="84676"/>
                  </a:cubicBezTo>
                  <a:cubicBezTo>
                    <a:pt x="60022" y="84117"/>
                    <a:pt x="60038" y="82349"/>
                    <a:pt x="59076" y="80721"/>
                  </a:cubicBezTo>
                  <a:cubicBezTo>
                    <a:pt x="58673" y="79992"/>
                    <a:pt x="58084" y="79372"/>
                    <a:pt x="57370" y="78922"/>
                  </a:cubicBezTo>
                  <a:cubicBezTo>
                    <a:pt x="56997" y="78707"/>
                    <a:pt x="56623" y="78588"/>
                    <a:pt x="56280" y="78588"/>
                  </a:cubicBez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9"/>
            <p:cNvSpPr/>
            <p:nvPr/>
          </p:nvSpPr>
          <p:spPr>
            <a:xfrm>
              <a:off x="3669425" y="2345100"/>
              <a:ext cx="939900" cy="758650"/>
            </a:xfrm>
            <a:custGeom>
              <a:avLst/>
              <a:gdLst/>
              <a:ahLst/>
              <a:cxnLst/>
              <a:rect l="l" t="t" r="r" b="b"/>
              <a:pathLst>
                <a:path w="37596" h="30346" extrusionOk="0">
                  <a:moveTo>
                    <a:pt x="5569" y="20256"/>
                  </a:moveTo>
                  <a:lnTo>
                    <a:pt x="5569" y="20256"/>
                  </a:lnTo>
                  <a:cubicBezTo>
                    <a:pt x="5755" y="20318"/>
                    <a:pt x="5925" y="20395"/>
                    <a:pt x="6096" y="20488"/>
                  </a:cubicBezTo>
                  <a:cubicBezTo>
                    <a:pt x="6763" y="20907"/>
                    <a:pt x="7306" y="21450"/>
                    <a:pt x="7709" y="22117"/>
                  </a:cubicBezTo>
                  <a:cubicBezTo>
                    <a:pt x="8422" y="23218"/>
                    <a:pt x="8686" y="24443"/>
                    <a:pt x="8516" y="25312"/>
                  </a:cubicBezTo>
                  <a:cubicBezTo>
                    <a:pt x="8314" y="25250"/>
                    <a:pt x="8143" y="25172"/>
                    <a:pt x="7973" y="25079"/>
                  </a:cubicBezTo>
                  <a:cubicBezTo>
                    <a:pt x="7321" y="24676"/>
                    <a:pt x="6763" y="24117"/>
                    <a:pt x="6360" y="23451"/>
                  </a:cubicBezTo>
                  <a:cubicBezTo>
                    <a:pt x="5662" y="22349"/>
                    <a:pt x="5398" y="21124"/>
                    <a:pt x="5569" y="20256"/>
                  </a:cubicBezTo>
                  <a:close/>
                  <a:moveTo>
                    <a:pt x="37596" y="0"/>
                  </a:moveTo>
                  <a:lnTo>
                    <a:pt x="35704" y="1101"/>
                  </a:lnTo>
                  <a:lnTo>
                    <a:pt x="9756" y="17324"/>
                  </a:lnTo>
                  <a:cubicBezTo>
                    <a:pt x="9229" y="16797"/>
                    <a:pt x="8640" y="16347"/>
                    <a:pt x="8004" y="15959"/>
                  </a:cubicBezTo>
                  <a:cubicBezTo>
                    <a:pt x="7156" y="15475"/>
                    <a:pt x="6309" y="15215"/>
                    <a:pt x="5539" y="15215"/>
                  </a:cubicBezTo>
                  <a:cubicBezTo>
                    <a:pt x="5026" y="15215"/>
                    <a:pt x="4548" y="15330"/>
                    <a:pt x="4126" y="15572"/>
                  </a:cubicBezTo>
                  <a:lnTo>
                    <a:pt x="2299" y="16635"/>
                  </a:lnTo>
                  <a:lnTo>
                    <a:pt x="2299" y="16635"/>
                  </a:lnTo>
                  <a:cubicBezTo>
                    <a:pt x="2309" y="16628"/>
                    <a:pt x="2318" y="16620"/>
                    <a:pt x="2327" y="16611"/>
                  </a:cubicBezTo>
                  <a:lnTo>
                    <a:pt x="2327" y="16611"/>
                  </a:lnTo>
                  <a:cubicBezTo>
                    <a:pt x="2203" y="16688"/>
                    <a:pt x="2079" y="16766"/>
                    <a:pt x="1971" y="16843"/>
                  </a:cubicBezTo>
                  <a:cubicBezTo>
                    <a:pt x="1" y="18332"/>
                    <a:pt x="233" y="22427"/>
                    <a:pt x="2513" y="26010"/>
                  </a:cubicBezTo>
                  <a:cubicBezTo>
                    <a:pt x="3537" y="27623"/>
                    <a:pt x="4809" y="28863"/>
                    <a:pt x="6065" y="29592"/>
                  </a:cubicBezTo>
                  <a:cubicBezTo>
                    <a:pt x="6913" y="30081"/>
                    <a:pt x="7756" y="30345"/>
                    <a:pt x="8525" y="30345"/>
                  </a:cubicBezTo>
                  <a:cubicBezTo>
                    <a:pt x="9050" y="30345"/>
                    <a:pt x="9540" y="30222"/>
                    <a:pt x="9973" y="29965"/>
                  </a:cubicBezTo>
                  <a:lnTo>
                    <a:pt x="9973" y="29965"/>
                  </a:lnTo>
                  <a:lnTo>
                    <a:pt x="9958" y="29980"/>
                  </a:lnTo>
                  <a:lnTo>
                    <a:pt x="11850" y="28879"/>
                  </a:lnTo>
                  <a:cubicBezTo>
                    <a:pt x="11928" y="28832"/>
                    <a:pt x="12021" y="28770"/>
                    <a:pt x="12098" y="28708"/>
                  </a:cubicBezTo>
                  <a:cubicBezTo>
                    <a:pt x="13618" y="27576"/>
                    <a:pt x="13820" y="24893"/>
                    <a:pt x="12812" y="22086"/>
                  </a:cubicBezTo>
                  <a:lnTo>
                    <a:pt x="37596" y="0"/>
                  </a:ln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9"/>
            <p:cNvSpPr/>
            <p:nvPr/>
          </p:nvSpPr>
          <p:spPr>
            <a:xfrm>
              <a:off x="3752800" y="2825875"/>
              <a:ext cx="159775" cy="182200"/>
            </a:xfrm>
            <a:custGeom>
              <a:avLst/>
              <a:gdLst/>
              <a:ahLst/>
              <a:cxnLst/>
              <a:rect l="l" t="t" r="r" b="b"/>
              <a:pathLst>
                <a:path w="6391" h="7288" extrusionOk="0">
                  <a:moveTo>
                    <a:pt x="2901" y="1"/>
                  </a:moveTo>
                  <a:lnTo>
                    <a:pt x="2901" y="1"/>
                  </a:lnTo>
                  <a:cubicBezTo>
                    <a:pt x="2870" y="11"/>
                    <a:pt x="2847" y="28"/>
                    <a:pt x="2821" y="47"/>
                  </a:cubicBezTo>
                  <a:lnTo>
                    <a:pt x="2821" y="47"/>
                  </a:lnTo>
                  <a:lnTo>
                    <a:pt x="2901" y="1"/>
                  </a:lnTo>
                  <a:close/>
                  <a:moveTo>
                    <a:pt x="2821" y="47"/>
                  </a:moveTo>
                  <a:lnTo>
                    <a:pt x="1008" y="1087"/>
                  </a:lnTo>
                  <a:cubicBezTo>
                    <a:pt x="962" y="1118"/>
                    <a:pt x="931" y="1133"/>
                    <a:pt x="884" y="1164"/>
                  </a:cubicBezTo>
                  <a:cubicBezTo>
                    <a:pt x="0" y="1831"/>
                    <a:pt x="109" y="3708"/>
                    <a:pt x="1133" y="5321"/>
                  </a:cubicBezTo>
                  <a:cubicBezTo>
                    <a:pt x="1536" y="5988"/>
                    <a:pt x="2094" y="6546"/>
                    <a:pt x="2746" y="6949"/>
                  </a:cubicBezTo>
                  <a:cubicBezTo>
                    <a:pt x="3124" y="7171"/>
                    <a:pt x="3507" y="7288"/>
                    <a:pt x="3857" y="7288"/>
                  </a:cubicBezTo>
                  <a:cubicBezTo>
                    <a:pt x="4096" y="7288"/>
                    <a:pt x="4319" y="7233"/>
                    <a:pt x="4514" y="7120"/>
                  </a:cubicBezTo>
                  <a:lnTo>
                    <a:pt x="6390" y="6019"/>
                  </a:lnTo>
                  <a:lnTo>
                    <a:pt x="6390" y="6019"/>
                  </a:lnTo>
                  <a:cubicBezTo>
                    <a:pt x="6195" y="6132"/>
                    <a:pt x="5975" y="6186"/>
                    <a:pt x="5739" y="6186"/>
                  </a:cubicBezTo>
                  <a:cubicBezTo>
                    <a:pt x="5394" y="6186"/>
                    <a:pt x="5016" y="6069"/>
                    <a:pt x="4638" y="5848"/>
                  </a:cubicBezTo>
                  <a:cubicBezTo>
                    <a:pt x="3986" y="5445"/>
                    <a:pt x="3428" y="4886"/>
                    <a:pt x="3025" y="4235"/>
                  </a:cubicBezTo>
                  <a:cubicBezTo>
                    <a:pt x="1986" y="2607"/>
                    <a:pt x="1877" y="745"/>
                    <a:pt x="2777" y="79"/>
                  </a:cubicBezTo>
                  <a:cubicBezTo>
                    <a:pt x="2793" y="68"/>
                    <a:pt x="2807" y="57"/>
                    <a:pt x="2821" y="47"/>
                  </a:cubicBez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9"/>
            <p:cNvSpPr/>
            <p:nvPr/>
          </p:nvSpPr>
          <p:spPr>
            <a:xfrm>
              <a:off x="3725275" y="2725550"/>
              <a:ext cx="189225" cy="81350"/>
            </a:xfrm>
            <a:custGeom>
              <a:avLst/>
              <a:gdLst/>
              <a:ahLst/>
              <a:cxnLst/>
              <a:rect l="l" t="t" r="r" b="b"/>
              <a:pathLst>
                <a:path w="7569" h="3254" extrusionOk="0">
                  <a:moveTo>
                    <a:pt x="21" y="1458"/>
                  </a:moveTo>
                  <a:cubicBezTo>
                    <a:pt x="14" y="1462"/>
                    <a:pt x="7" y="1466"/>
                    <a:pt x="0" y="1470"/>
                  </a:cubicBezTo>
                  <a:lnTo>
                    <a:pt x="21" y="1458"/>
                  </a:lnTo>
                  <a:close/>
                  <a:moveTo>
                    <a:pt x="3313" y="1"/>
                  </a:moveTo>
                  <a:cubicBezTo>
                    <a:pt x="2797" y="1"/>
                    <a:pt x="2316" y="120"/>
                    <a:pt x="1892" y="369"/>
                  </a:cubicBezTo>
                  <a:lnTo>
                    <a:pt x="21" y="1458"/>
                  </a:lnTo>
                  <a:lnTo>
                    <a:pt x="21" y="1458"/>
                  </a:lnTo>
                  <a:cubicBezTo>
                    <a:pt x="439" y="1217"/>
                    <a:pt x="913" y="1102"/>
                    <a:pt x="1420" y="1102"/>
                  </a:cubicBezTo>
                  <a:cubicBezTo>
                    <a:pt x="2186" y="1102"/>
                    <a:pt x="3027" y="1366"/>
                    <a:pt x="3862" y="1858"/>
                  </a:cubicBezTo>
                  <a:cubicBezTo>
                    <a:pt x="4529" y="2246"/>
                    <a:pt x="5134" y="2711"/>
                    <a:pt x="5677" y="3254"/>
                  </a:cubicBezTo>
                  <a:lnTo>
                    <a:pt x="7569" y="2153"/>
                  </a:lnTo>
                  <a:cubicBezTo>
                    <a:pt x="7026" y="1610"/>
                    <a:pt x="6421" y="1145"/>
                    <a:pt x="5770" y="757"/>
                  </a:cubicBezTo>
                  <a:cubicBezTo>
                    <a:pt x="4925" y="265"/>
                    <a:pt x="4081" y="1"/>
                    <a:pt x="3313" y="1"/>
                  </a:cubicBez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9"/>
            <p:cNvSpPr/>
            <p:nvPr/>
          </p:nvSpPr>
          <p:spPr>
            <a:xfrm>
              <a:off x="3918350" y="2897625"/>
              <a:ext cx="96575" cy="197375"/>
            </a:xfrm>
            <a:custGeom>
              <a:avLst/>
              <a:gdLst/>
              <a:ahLst/>
              <a:cxnLst/>
              <a:rect l="l" t="t" r="r" b="b"/>
              <a:pathLst>
                <a:path w="3863" h="7895" extrusionOk="0">
                  <a:moveTo>
                    <a:pt x="2855" y="0"/>
                  </a:moveTo>
                  <a:lnTo>
                    <a:pt x="963" y="1101"/>
                  </a:lnTo>
                  <a:cubicBezTo>
                    <a:pt x="1971" y="3893"/>
                    <a:pt x="1769" y="6576"/>
                    <a:pt x="249" y="7724"/>
                  </a:cubicBezTo>
                  <a:cubicBezTo>
                    <a:pt x="172" y="7771"/>
                    <a:pt x="78" y="7833"/>
                    <a:pt x="1" y="7895"/>
                  </a:cubicBezTo>
                  <a:lnTo>
                    <a:pt x="1893" y="6793"/>
                  </a:lnTo>
                  <a:cubicBezTo>
                    <a:pt x="1971" y="6731"/>
                    <a:pt x="2064" y="6685"/>
                    <a:pt x="2141" y="6623"/>
                  </a:cubicBezTo>
                  <a:cubicBezTo>
                    <a:pt x="3661" y="5475"/>
                    <a:pt x="3863" y="2807"/>
                    <a:pt x="2855" y="0"/>
                  </a:cubicBez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9"/>
            <p:cNvSpPr/>
            <p:nvPr/>
          </p:nvSpPr>
          <p:spPr>
            <a:xfrm>
              <a:off x="3942400" y="2345100"/>
              <a:ext cx="666925" cy="580075"/>
            </a:xfrm>
            <a:custGeom>
              <a:avLst/>
              <a:gdLst/>
              <a:ahLst/>
              <a:cxnLst/>
              <a:rect l="l" t="t" r="r" b="b"/>
              <a:pathLst>
                <a:path w="26677" h="23203" extrusionOk="0">
                  <a:moveTo>
                    <a:pt x="26677" y="0"/>
                  </a:moveTo>
                  <a:lnTo>
                    <a:pt x="24785" y="1101"/>
                  </a:lnTo>
                  <a:lnTo>
                    <a:pt x="1" y="23202"/>
                  </a:lnTo>
                  <a:lnTo>
                    <a:pt x="1893" y="22101"/>
                  </a:lnTo>
                  <a:lnTo>
                    <a:pt x="26677"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9"/>
            <p:cNvSpPr/>
            <p:nvPr/>
          </p:nvSpPr>
          <p:spPr>
            <a:xfrm>
              <a:off x="3669050" y="2372625"/>
              <a:ext cx="892975" cy="731425"/>
            </a:xfrm>
            <a:custGeom>
              <a:avLst/>
              <a:gdLst/>
              <a:ahLst/>
              <a:cxnLst/>
              <a:rect l="l" t="t" r="r" b="b"/>
              <a:pathLst>
                <a:path w="35719" h="29257" extrusionOk="0">
                  <a:moveTo>
                    <a:pt x="4996" y="19060"/>
                  </a:moveTo>
                  <a:cubicBezTo>
                    <a:pt x="5348" y="19060"/>
                    <a:pt x="5732" y="19179"/>
                    <a:pt x="6111" y="19403"/>
                  </a:cubicBezTo>
                  <a:cubicBezTo>
                    <a:pt x="6778" y="19806"/>
                    <a:pt x="7321" y="20364"/>
                    <a:pt x="7724" y="21016"/>
                  </a:cubicBezTo>
                  <a:cubicBezTo>
                    <a:pt x="8763" y="22644"/>
                    <a:pt x="8872" y="24505"/>
                    <a:pt x="7972" y="25172"/>
                  </a:cubicBezTo>
                  <a:cubicBezTo>
                    <a:pt x="7749" y="25340"/>
                    <a:pt x="7487" y="25419"/>
                    <a:pt x="7204" y="25419"/>
                  </a:cubicBezTo>
                  <a:cubicBezTo>
                    <a:pt x="6858" y="25419"/>
                    <a:pt x="6479" y="25301"/>
                    <a:pt x="6096" y="25079"/>
                  </a:cubicBezTo>
                  <a:cubicBezTo>
                    <a:pt x="5444" y="24676"/>
                    <a:pt x="4886" y="24118"/>
                    <a:pt x="4483" y="23451"/>
                  </a:cubicBezTo>
                  <a:cubicBezTo>
                    <a:pt x="3459" y="21838"/>
                    <a:pt x="3350" y="19977"/>
                    <a:pt x="4234" y="19294"/>
                  </a:cubicBezTo>
                  <a:cubicBezTo>
                    <a:pt x="4455" y="19136"/>
                    <a:pt x="4715" y="19060"/>
                    <a:pt x="4996" y="19060"/>
                  </a:cubicBezTo>
                  <a:close/>
                  <a:moveTo>
                    <a:pt x="35719" y="0"/>
                  </a:moveTo>
                  <a:lnTo>
                    <a:pt x="7926" y="17371"/>
                  </a:lnTo>
                  <a:cubicBezTo>
                    <a:pt x="7383" y="16828"/>
                    <a:pt x="6778" y="16363"/>
                    <a:pt x="6127" y="15960"/>
                  </a:cubicBezTo>
                  <a:cubicBezTo>
                    <a:pt x="5283" y="15474"/>
                    <a:pt x="4443" y="15213"/>
                    <a:pt x="3678" y="15213"/>
                  </a:cubicBezTo>
                  <a:cubicBezTo>
                    <a:pt x="3051" y="15213"/>
                    <a:pt x="2474" y="15388"/>
                    <a:pt x="1986" y="15758"/>
                  </a:cubicBezTo>
                  <a:cubicBezTo>
                    <a:pt x="0" y="17231"/>
                    <a:pt x="248" y="21341"/>
                    <a:pt x="2528" y="24924"/>
                  </a:cubicBezTo>
                  <a:cubicBezTo>
                    <a:pt x="3552" y="26537"/>
                    <a:pt x="4824" y="27778"/>
                    <a:pt x="6080" y="28507"/>
                  </a:cubicBezTo>
                  <a:cubicBezTo>
                    <a:pt x="6928" y="28995"/>
                    <a:pt x="7772" y="29256"/>
                    <a:pt x="8540" y="29256"/>
                  </a:cubicBezTo>
                  <a:cubicBezTo>
                    <a:pt x="9162" y="29256"/>
                    <a:pt x="9735" y="29085"/>
                    <a:pt x="10221" y="28724"/>
                  </a:cubicBezTo>
                  <a:cubicBezTo>
                    <a:pt x="11741" y="27576"/>
                    <a:pt x="11943" y="24909"/>
                    <a:pt x="10935" y="22101"/>
                  </a:cubicBezTo>
                  <a:lnTo>
                    <a:pt x="35719" y="0"/>
                  </a:ln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9"/>
            <p:cNvSpPr/>
            <p:nvPr/>
          </p:nvSpPr>
          <p:spPr>
            <a:xfrm>
              <a:off x="2399600" y="1135300"/>
              <a:ext cx="3020100" cy="3433175"/>
            </a:xfrm>
            <a:custGeom>
              <a:avLst/>
              <a:gdLst/>
              <a:ahLst/>
              <a:cxnLst/>
              <a:rect l="l" t="t" r="r" b="b"/>
              <a:pathLst>
                <a:path w="120804" h="137327" extrusionOk="0">
                  <a:moveTo>
                    <a:pt x="30562" y="26804"/>
                  </a:moveTo>
                  <a:cubicBezTo>
                    <a:pt x="35745" y="26804"/>
                    <a:pt x="41599" y="28491"/>
                    <a:pt x="47785" y="32060"/>
                  </a:cubicBezTo>
                  <a:cubicBezTo>
                    <a:pt x="68955" y="44298"/>
                    <a:pt x="86078" y="73936"/>
                    <a:pt x="86000" y="98271"/>
                  </a:cubicBezTo>
                  <a:cubicBezTo>
                    <a:pt x="85985" y="107608"/>
                    <a:pt x="83426" y="114789"/>
                    <a:pt x="79099" y="119426"/>
                  </a:cubicBezTo>
                  <a:cubicBezTo>
                    <a:pt x="77521" y="119801"/>
                    <a:pt x="75856" y="119992"/>
                    <a:pt x="74116" y="119992"/>
                  </a:cubicBezTo>
                  <a:cubicBezTo>
                    <a:pt x="68944" y="119992"/>
                    <a:pt x="63109" y="118305"/>
                    <a:pt x="56936" y="114742"/>
                  </a:cubicBezTo>
                  <a:cubicBezTo>
                    <a:pt x="35750" y="102505"/>
                    <a:pt x="18643" y="72882"/>
                    <a:pt x="18705" y="48532"/>
                  </a:cubicBezTo>
                  <a:cubicBezTo>
                    <a:pt x="18736" y="39195"/>
                    <a:pt x="21279" y="31998"/>
                    <a:pt x="25606" y="27361"/>
                  </a:cubicBezTo>
                  <a:cubicBezTo>
                    <a:pt x="27175" y="26992"/>
                    <a:pt x="28831" y="26804"/>
                    <a:pt x="30562" y="26804"/>
                  </a:cubicBezTo>
                  <a:close/>
                  <a:moveTo>
                    <a:pt x="51958" y="0"/>
                  </a:moveTo>
                  <a:cubicBezTo>
                    <a:pt x="47301" y="0"/>
                    <a:pt x="43077" y="1101"/>
                    <a:pt x="39441" y="3213"/>
                  </a:cubicBezTo>
                  <a:lnTo>
                    <a:pt x="13959" y="18148"/>
                  </a:lnTo>
                  <a:lnTo>
                    <a:pt x="13959" y="18148"/>
                  </a:lnTo>
                  <a:lnTo>
                    <a:pt x="14036" y="18102"/>
                  </a:lnTo>
                  <a:lnTo>
                    <a:pt x="14036" y="18102"/>
                  </a:lnTo>
                  <a:cubicBezTo>
                    <a:pt x="5444" y="23049"/>
                    <a:pt x="124" y="33611"/>
                    <a:pt x="78" y="48656"/>
                  </a:cubicBezTo>
                  <a:cubicBezTo>
                    <a:pt x="0" y="78853"/>
                    <a:pt x="21233" y="115626"/>
                    <a:pt x="47506" y="130810"/>
                  </a:cubicBezTo>
                  <a:cubicBezTo>
                    <a:pt x="55171" y="135233"/>
                    <a:pt x="62419" y="137327"/>
                    <a:pt x="68842" y="137327"/>
                  </a:cubicBezTo>
                  <a:cubicBezTo>
                    <a:pt x="73635" y="137327"/>
                    <a:pt x="77968" y="136161"/>
                    <a:pt x="81673" y="133927"/>
                  </a:cubicBezTo>
                  <a:lnTo>
                    <a:pt x="81673" y="133927"/>
                  </a:lnTo>
                  <a:cubicBezTo>
                    <a:pt x="81565" y="133989"/>
                    <a:pt x="81456" y="134052"/>
                    <a:pt x="81348" y="134114"/>
                  </a:cubicBezTo>
                  <a:lnTo>
                    <a:pt x="106845" y="119178"/>
                  </a:lnTo>
                  <a:cubicBezTo>
                    <a:pt x="115391" y="114215"/>
                    <a:pt x="120680" y="103668"/>
                    <a:pt x="120726" y="88655"/>
                  </a:cubicBezTo>
                  <a:cubicBezTo>
                    <a:pt x="120804" y="58473"/>
                    <a:pt x="99571" y="21700"/>
                    <a:pt x="73298" y="6532"/>
                  </a:cubicBezTo>
                  <a:cubicBezTo>
                    <a:pt x="65636" y="2098"/>
                    <a:pt x="58385" y="0"/>
                    <a:pt x="51958" y="0"/>
                  </a:cubicBezTo>
                  <a:close/>
                </a:path>
              </a:pathLst>
            </a:custGeom>
            <a:solidFill>
              <a:srgbClr val="8DBD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9"/>
            <p:cNvSpPr/>
            <p:nvPr/>
          </p:nvSpPr>
          <p:spPr>
            <a:xfrm>
              <a:off x="2630300" y="1733625"/>
              <a:ext cx="1192700" cy="2406725"/>
            </a:xfrm>
            <a:custGeom>
              <a:avLst/>
              <a:gdLst/>
              <a:ahLst/>
              <a:cxnLst/>
              <a:rect l="l" t="t" r="r" b="b"/>
              <a:pathLst>
                <a:path w="47708" h="96269" extrusionOk="0">
                  <a:moveTo>
                    <a:pt x="20674" y="0"/>
                  </a:moveTo>
                  <a:lnTo>
                    <a:pt x="11260" y="5460"/>
                  </a:lnTo>
                  <a:cubicBezTo>
                    <a:pt x="4374" y="9461"/>
                    <a:pt x="109" y="17961"/>
                    <a:pt x="78" y="30058"/>
                  </a:cubicBezTo>
                  <a:cubicBezTo>
                    <a:pt x="0" y="54393"/>
                    <a:pt x="17123" y="84031"/>
                    <a:pt x="38309" y="96268"/>
                  </a:cubicBezTo>
                  <a:lnTo>
                    <a:pt x="47708" y="90809"/>
                  </a:lnTo>
                  <a:cubicBezTo>
                    <a:pt x="26522" y="78572"/>
                    <a:pt x="9415" y="48949"/>
                    <a:pt x="9477" y="24599"/>
                  </a:cubicBezTo>
                  <a:cubicBezTo>
                    <a:pt x="9508" y="12501"/>
                    <a:pt x="13788" y="4002"/>
                    <a:pt x="20674" y="0"/>
                  </a:cubicBez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9"/>
            <p:cNvSpPr/>
            <p:nvPr/>
          </p:nvSpPr>
          <p:spPr>
            <a:xfrm>
              <a:off x="3588000" y="4003850"/>
              <a:ext cx="917025" cy="268075"/>
            </a:xfrm>
            <a:custGeom>
              <a:avLst/>
              <a:gdLst/>
              <a:ahLst/>
              <a:cxnLst/>
              <a:rect l="l" t="t" r="r" b="b"/>
              <a:pathLst>
                <a:path w="36681" h="10723" extrusionOk="0">
                  <a:moveTo>
                    <a:pt x="36681" y="2668"/>
                  </a:moveTo>
                  <a:lnTo>
                    <a:pt x="36671" y="2674"/>
                  </a:lnTo>
                  <a:lnTo>
                    <a:pt x="36671" y="2674"/>
                  </a:lnTo>
                  <a:cubicBezTo>
                    <a:pt x="36674" y="2672"/>
                    <a:pt x="36677" y="2670"/>
                    <a:pt x="36681" y="2668"/>
                  </a:cubicBezTo>
                  <a:close/>
                  <a:moveTo>
                    <a:pt x="9400" y="0"/>
                  </a:moveTo>
                  <a:lnTo>
                    <a:pt x="1" y="5459"/>
                  </a:lnTo>
                  <a:cubicBezTo>
                    <a:pt x="6179" y="9030"/>
                    <a:pt x="12019" y="10723"/>
                    <a:pt x="17196" y="10723"/>
                  </a:cubicBezTo>
                  <a:cubicBezTo>
                    <a:pt x="20947" y="10723"/>
                    <a:pt x="24350" y="9834"/>
                    <a:pt x="27282" y="8127"/>
                  </a:cubicBezTo>
                  <a:lnTo>
                    <a:pt x="36671" y="2674"/>
                  </a:lnTo>
                  <a:lnTo>
                    <a:pt x="36671" y="2674"/>
                  </a:lnTo>
                  <a:cubicBezTo>
                    <a:pt x="33749" y="4369"/>
                    <a:pt x="30353" y="5252"/>
                    <a:pt x="26608" y="5252"/>
                  </a:cubicBezTo>
                  <a:cubicBezTo>
                    <a:pt x="21428" y="5252"/>
                    <a:pt x="15581" y="3563"/>
                    <a:pt x="9400" y="0"/>
                  </a:cubicBezTo>
                  <a:close/>
                </a:path>
              </a:pathLst>
            </a:custGeom>
            <a:solidFill>
              <a:srgbClr val="A5CB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9"/>
            <p:cNvSpPr/>
            <p:nvPr/>
          </p:nvSpPr>
          <p:spPr>
            <a:xfrm>
              <a:off x="2748550" y="1135275"/>
              <a:ext cx="1483525" cy="536725"/>
            </a:xfrm>
            <a:custGeom>
              <a:avLst/>
              <a:gdLst/>
              <a:ahLst/>
              <a:cxnLst/>
              <a:rect l="l" t="t" r="r" b="b"/>
              <a:pathLst>
                <a:path w="59341" h="21469" extrusionOk="0">
                  <a:moveTo>
                    <a:pt x="38007" y="0"/>
                  </a:moveTo>
                  <a:cubicBezTo>
                    <a:pt x="33348" y="0"/>
                    <a:pt x="29121" y="1101"/>
                    <a:pt x="25483" y="3214"/>
                  </a:cubicBezTo>
                  <a:lnTo>
                    <a:pt x="1" y="18149"/>
                  </a:lnTo>
                  <a:cubicBezTo>
                    <a:pt x="3633" y="16040"/>
                    <a:pt x="7851" y="14942"/>
                    <a:pt x="12500" y="14942"/>
                  </a:cubicBezTo>
                  <a:cubicBezTo>
                    <a:pt x="18928" y="14942"/>
                    <a:pt x="26181" y="17041"/>
                    <a:pt x="33858" y="21468"/>
                  </a:cubicBezTo>
                  <a:lnTo>
                    <a:pt x="59340" y="6517"/>
                  </a:lnTo>
                  <a:cubicBezTo>
                    <a:pt x="51681" y="2094"/>
                    <a:pt x="44433" y="0"/>
                    <a:pt x="38007" y="0"/>
                  </a:cubicBezTo>
                  <a:close/>
                </a:path>
              </a:pathLst>
            </a:custGeom>
            <a:solidFill>
              <a:srgbClr val="A5CB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9"/>
            <p:cNvSpPr/>
            <p:nvPr/>
          </p:nvSpPr>
          <p:spPr>
            <a:xfrm>
              <a:off x="3594975" y="1298575"/>
              <a:ext cx="1824725" cy="3189575"/>
            </a:xfrm>
            <a:custGeom>
              <a:avLst/>
              <a:gdLst/>
              <a:ahLst/>
              <a:cxnLst/>
              <a:rect l="l" t="t" r="r" b="b"/>
              <a:pathLst>
                <a:path w="72989" h="127583" extrusionOk="0">
                  <a:moveTo>
                    <a:pt x="25483" y="1"/>
                  </a:moveTo>
                  <a:lnTo>
                    <a:pt x="1" y="14936"/>
                  </a:lnTo>
                  <a:cubicBezTo>
                    <a:pt x="26274" y="30105"/>
                    <a:pt x="47507" y="66878"/>
                    <a:pt x="47414" y="97075"/>
                  </a:cubicBezTo>
                  <a:cubicBezTo>
                    <a:pt x="47367" y="111988"/>
                    <a:pt x="42138" y="122499"/>
                    <a:pt x="33678" y="127497"/>
                  </a:cubicBezTo>
                  <a:lnTo>
                    <a:pt x="33678" y="127497"/>
                  </a:lnTo>
                  <a:lnTo>
                    <a:pt x="59030" y="112647"/>
                  </a:lnTo>
                  <a:cubicBezTo>
                    <a:pt x="67576" y="107684"/>
                    <a:pt x="72865" y="97137"/>
                    <a:pt x="72911" y="82124"/>
                  </a:cubicBezTo>
                  <a:cubicBezTo>
                    <a:pt x="72989" y="51942"/>
                    <a:pt x="51756" y="15169"/>
                    <a:pt x="25483" y="1"/>
                  </a:cubicBezTo>
                  <a:close/>
                  <a:moveTo>
                    <a:pt x="33678" y="127497"/>
                  </a:moveTo>
                  <a:lnTo>
                    <a:pt x="33533" y="127583"/>
                  </a:lnTo>
                  <a:cubicBezTo>
                    <a:pt x="33581" y="127554"/>
                    <a:pt x="33630" y="127526"/>
                    <a:pt x="33678" y="127497"/>
                  </a:cubicBez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9"/>
            <p:cNvSpPr/>
            <p:nvPr/>
          </p:nvSpPr>
          <p:spPr>
            <a:xfrm>
              <a:off x="2399200" y="1508825"/>
              <a:ext cx="2383075" cy="3059625"/>
            </a:xfrm>
            <a:custGeom>
              <a:avLst/>
              <a:gdLst/>
              <a:ahLst/>
              <a:cxnLst/>
              <a:rect l="l" t="t" r="r" b="b"/>
              <a:pathLst>
                <a:path w="95323" h="122385" extrusionOk="0">
                  <a:moveTo>
                    <a:pt x="30596" y="11864"/>
                  </a:moveTo>
                  <a:cubicBezTo>
                    <a:pt x="35775" y="11864"/>
                    <a:pt x="41619" y="13553"/>
                    <a:pt x="47801" y="17119"/>
                  </a:cubicBezTo>
                  <a:cubicBezTo>
                    <a:pt x="68971" y="29357"/>
                    <a:pt x="86094" y="58995"/>
                    <a:pt x="86016" y="83330"/>
                  </a:cubicBezTo>
                  <a:cubicBezTo>
                    <a:pt x="85972" y="100564"/>
                    <a:pt x="77317" y="110516"/>
                    <a:pt x="64750" y="110516"/>
                  </a:cubicBezTo>
                  <a:cubicBezTo>
                    <a:pt x="59572" y="110516"/>
                    <a:pt x="53730" y="108827"/>
                    <a:pt x="47553" y="105260"/>
                  </a:cubicBezTo>
                  <a:cubicBezTo>
                    <a:pt x="26367" y="93023"/>
                    <a:pt x="9244" y="63385"/>
                    <a:pt x="9322" y="39050"/>
                  </a:cubicBezTo>
                  <a:cubicBezTo>
                    <a:pt x="9377" y="21816"/>
                    <a:pt x="18027" y="11864"/>
                    <a:pt x="30596" y="11864"/>
                  </a:cubicBezTo>
                  <a:close/>
                  <a:moveTo>
                    <a:pt x="26474" y="1"/>
                  </a:moveTo>
                  <a:cubicBezTo>
                    <a:pt x="10880" y="1"/>
                    <a:pt x="149" y="12344"/>
                    <a:pt x="94" y="33715"/>
                  </a:cubicBezTo>
                  <a:cubicBezTo>
                    <a:pt x="1" y="63912"/>
                    <a:pt x="21233" y="100701"/>
                    <a:pt x="47522" y="115869"/>
                  </a:cubicBezTo>
                  <a:cubicBezTo>
                    <a:pt x="55187" y="120290"/>
                    <a:pt x="62435" y="122385"/>
                    <a:pt x="68859" y="122385"/>
                  </a:cubicBezTo>
                  <a:cubicBezTo>
                    <a:pt x="84453" y="122385"/>
                    <a:pt x="95190" y="110041"/>
                    <a:pt x="95245" y="88665"/>
                  </a:cubicBezTo>
                  <a:cubicBezTo>
                    <a:pt x="95322" y="58468"/>
                    <a:pt x="74105" y="21695"/>
                    <a:pt x="47832" y="6526"/>
                  </a:cubicBezTo>
                  <a:cubicBezTo>
                    <a:pt x="40158" y="2099"/>
                    <a:pt x="32903" y="1"/>
                    <a:pt x="26474" y="1"/>
                  </a:cubicBezTo>
                  <a:close/>
                </a:path>
              </a:pathLst>
            </a:custGeom>
            <a:solidFill>
              <a:srgbClr val="8DBD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9"/>
            <p:cNvSpPr/>
            <p:nvPr/>
          </p:nvSpPr>
          <p:spPr>
            <a:xfrm>
              <a:off x="4457325" y="1826425"/>
              <a:ext cx="749700" cy="790025"/>
            </a:xfrm>
            <a:custGeom>
              <a:avLst/>
              <a:gdLst/>
              <a:ahLst/>
              <a:cxnLst/>
              <a:rect l="l" t="t" r="r" b="b"/>
              <a:pathLst>
                <a:path w="29988" h="31601" extrusionOk="0">
                  <a:moveTo>
                    <a:pt x="12886" y="0"/>
                  </a:moveTo>
                  <a:cubicBezTo>
                    <a:pt x="11551" y="0"/>
                    <a:pt x="10384" y="358"/>
                    <a:pt x="9445" y="1034"/>
                  </a:cubicBezTo>
                  <a:lnTo>
                    <a:pt x="9461" y="1019"/>
                  </a:lnTo>
                  <a:lnTo>
                    <a:pt x="2823" y="5749"/>
                  </a:lnTo>
                  <a:cubicBezTo>
                    <a:pt x="977" y="7068"/>
                    <a:pt x="0" y="9611"/>
                    <a:pt x="341" y="13070"/>
                  </a:cubicBezTo>
                  <a:cubicBezTo>
                    <a:pt x="1024" y="19925"/>
                    <a:pt x="6638" y="27773"/>
                    <a:pt x="12904" y="30596"/>
                  </a:cubicBezTo>
                  <a:cubicBezTo>
                    <a:pt x="14419" y="31278"/>
                    <a:pt x="15835" y="31600"/>
                    <a:pt x="17100" y="31600"/>
                  </a:cubicBezTo>
                  <a:cubicBezTo>
                    <a:pt x="18424" y="31600"/>
                    <a:pt x="19583" y="31247"/>
                    <a:pt x="20519" y="30580"/>
                  </a:cubicBezTo>
                  <a:lnTo>
                    <a:pt x="27028" y="25942"/>
                  </a:lnTo>
                  <a:lnTo>
                    <a:pt x="27028" y="25942"/>
                  </a:lnTo>
                  <a:cubicBezTo>
                    <a:pt x="27023" y="25945"/>
                    <a:pt x="27017" y="25948"/>
                    <a:pt x="27012" y="25952"/>
                  </a:cubicBezTo>
                  <a:lnTo>
                    <a:pt x="27012" y="25952"/>
                  </a:lnTo>
                  <a:cubicBezTo>
                    <a:pt x="27021" y="25946"/>
                    <a:pt x="27029" y="25941"/>
                    <a:pt x="27037" y="25935"/>
                  </a:cubicBezTo>
                  <a:lnTo>
                    <a:pt x="27037" y="25935"/>
                  </a:lnTo>
                  <a:lnTo>
                    <a:pt x="27028" y="25942"/>
                  </a:lnTo>
                  <a:lnTo>
                    <a:pt x="27028" y="25942"/>
                  </a:lnTo>
                  <a:cubicBezTo>
                    <a:pt x="27065" y="25919"/>
                    <a:pt x="27107" y="25895"/>
                    <a:pt x="27143" y="25864"/>
                  </a:cubicBezTo>
                  <a:lnTo>
                    <a:pt x="27143" y="25864"/>
                  </a:lnTo>
                  <a:cubicBezTo>
                    <a:pt x="27108" y="25888"/>
                    <a:pt x="27073" y="25912"/>
                    <a:pt x="27037" y="25935"/>
                  </a:cubicBezTo>
                  <a:lnTo>
                    <a:pt x="27037" y="25935"/>
                  </a:lnTo>
                  <a:lnTo>
                    <a:pt x="27157" y="25850"/>
                  </a:lnTo>
                  <a:lnTo>
                    <a:pt x="27157" y="25850"/>
                  </a:lnTo>
                  <a:cubicBezTo>
                    <a:pt x="27153" y="25855"/>
                    <a:pt x="27148" y="25859"/>
                    <a:pt x="27143" y="25864"/>
                  </a:cubicBezTo>
                  <a:lnTo>
                    <a:pt x="27143" y="25864"/>
                  </a:lnTo>
                  <a:cubicBezTo>
                    <a:pt x="29006" y="24560"/>
                    <a:pt x="29987" y="21995"/>
                    <a:pt x="29654" y="18529"/>
                  </a:cubicBezTo>
                  <a:cubicBezTo>
                    <a:pt x="28972" y="11674"/>
                    <a:pt x="23342" y="3826"/>
                    <a:pt x="17092" y="1003"/>
                  </a:cubicBezTo>
                  <a:cubicBezTo>
                    <a:pt x="15573" y="323"/>
                    <a:pt x="14154" y="0"/>
                    <a:pt x="12886" y="0"/>
                  </a:cubicBezTo>
                  <a:close/>
                </a:path>
              </a:pathLst>
            </a:custGeom>
            <a:solidFill>
              <a:srgbClr val="A5CB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9"/>
            <p:cNvSpPr/>
            <p:nvPr/>
          </p:nvSpPr>
          <p:spPr>
            <a:xfrm>
              <a:off x="4457325" y="1852275"/>
              <a:ext cx="678950" cy="764175"/>
            </a:xfrm>
            <a:custGeom>
              <a:avLst/>
              <a:gdLst/>
              <a:ahLst/>
              <a:cxnLst/>
              <a:rect l="l" t="t" r="r" b="b"/>
              <a:pathLst>
                <a:path w="27158" h="30567" extrusionOk="0">
                  <a:moveTo>
                    <a:pt x="9461" y="0"/>
                  </a:moveTo>
                  <a:lnTo>
                    <a:pt x="2823" y="4715"/>
                  </a:lnTo>
                  <a:cubicBezTo>
                    <a:pt x="977" y="6034"/>
                    <a:pt x="0" y="8577"/>
                    <a:pt x="341" y="12036"/>
                  </a:cubicBezTo>
                  <a:cubicBezTo>
                    <a:pt x="1024" y="18907"/>
                    <a:pt x="6638" y="26754"/>
                    <a:pt x="12904" y="29562"/>
                  </a:cubicBezTo>
                  <a:cubicBezTo>
                    <a:pt x="14419" y="30244"/>
                    <a:pt x="15835" y="30566"/>
                    <a:pt x="17100" y="30566"/>
                  </a:cubicBezTo>
                  <a:cubicBezTo>
                    <a:pt x="18424" y="30566"/>
                    <a:pt x="19583" y="30213"/>
                    <a:pt x="20519" y="29546"/>
                  </a:cubicBezTo>
                  <a:lnTo>
                    <a:pt x="27157" y="24816"/>
                  </a:lnTo>
                  <a:lnTo>
                    <a:pt x="27157" y="24816"/>
                  </a:lnTo>
                  <a:cubicBezTo>
                    <a:pt x="26221" y="25482"/>
                    <a:pt x="25062" y="25836"/>
                    <a:pt x="23738" y="25836"/>
                  </a:cubicBezTo>
                  <a:cubicBezTo>
                    <a:pt x="22473" y="25836"/>
                    <a:pt x="21058" y="25513"/>
                    <a:pt x="19542" y="24831"/>
                  </a:cubicBezTo>
                  <a:cubicBezTo>
                    <a:pt x="13276" y="22024"/>
                    <a:pt x="7646" y="14176"/>
                    <a:pt x="6979" y="7305"/>
                  </a:cubicBezTo>
                  <a:cubicBezTo>
                    <a:pt x="6638" y="3862"/>
                    <a:pt x="7615" y="1319"/>
                    <a:pt x="94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9"/>
            <p:cNvSpPr/>
            <p:nvPr/>
          </p:nvSpPr>
          <p:spPr>
            <a:xfrm>
              <a:off x="4618875" y="1826425"/>
              <a:ext cx="592450" cy="671775"/>
            </a:xfrm>
            <a:custGeom>
              <a:avLst/>
              <a:gdLst/>
              <a:ahLst/>
              <a:cxnLst/>
              <a:rect l="l" t="t" r="r" b="b"/>
              <a:pathLst>
                <a:path w="23698" h="26871" extrusionOk="0">
                  <a:moveTo>
                    <a:pt x="6428" y="0"/>
                  </a:moveTo>
                  <a:cubicBezTo>
                    <a:pt x="2474" y="0"/>
                    <a:pt x="0" y="3146"/>
                    <a:pt x="517" y="8339"/>
                  </a:cubicBezTo>
                  <a:cubicBezTo>
                    <a:pt x="1200" y="15210"/>
                    <a:pt x="6814" y="23058"/>
                    <a:pt x="13080" y="25865"/>
                  </a:cubicBezTo>
                  <a:cubicBezTo>
                    <a:pt x="14598" y="26547"/>
                    <a:pt x="16015" y="26870"/>
                    <a:pt x="17280" y="26870"/>
                  </a:cubicBezTo>
                  <a:cubicBezTo>
                    <a:pt x="21224" y="26870"/>
                    <a:pt x="23697" y="23731"/>
                    <a:pt x="23192" y="18529"/>
                  </a:cubicBezTo>
                  <a:cubicBezTo>
                    <a:pt x="22510" y="11674"/>
                    <a:pt x="16880" y="3826"/>
                    <a:pt x="10630" y="1003"/>
                  </a:cubicBezTo>
                  <a:cubicBezTo>
                    <a:pt x="9110" y="323"/>
                    <a:pt x="7693" y="0"/>
                    <a:pt x="64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a:off x="3470900" y="797525"/>
              <a:ext cx="701000" cy="811650"/>
            </a:xfrm>
            <a:custGeom>
              <a:avLst/>
              <a:gdLst/>
              <a:ahLst/>
              <a:cxnLst/>
              <a:rect l="l" t="t" r="r" b="b"/>
              <a:pathLst>
                <a:path w="28040" h="32466" extrusionOk="0">
                  <a:moveTo>
                    <a:pt x="13989" y="0"/>
                  </a:moveTo>
                  <a:cubicBezTo>
                    <a:pt x="10412" y="0"/>
                    <a:pt x="6841" y="788"/>
                    <a:pt x="4126" y="2362"/>
                  </a:cubicBezTo>
                  <a:cubicBezTo>
                    <a:pt x="1415" y="3942"/>
                    <a:pt x="50" y="6003"/>
                    <a:pt x="63" y="8064"/>
                  </a:cubicBezTo>
                  <a:lnTo>
                    <a:pt x="63" y="8064"/>
                  </a:lnTo>
                  <a:lnTo>
                    <a:pt x="1" y="24339"/>
                  </a:lnTo>
                  <a:cubicBezTo>
                    <a:pt x="1" y="26417"/>
                    <a:pt x="1381" y="28511"/>
                    <a:pt x="4126" y="30093"/>
                  </a:cubicBezTo>
                  <a:cubicBezTo>
                    <a:pt x="6864" y="31675"/>
                    <a:pt x="10447" y="32466"/>
                    <a:pt x="14023" y="32466"/>
                  </a:cubicBezTo>
                  <a:cubicBezTo>
                    <a:pt x="17600" y="32466"/>
                    <a:pt x="21171" y="31675"/>
                    <a:pt x="23886" y="30093"/>
                  </a:cubicBezTo>
                  <a:cubicBezTo>
                    <a:pt x="26584" y="28526"/>
                    <a:pt x="27934" y="26479"/>
                    <a:pt x="27949" y="24416"/>
                  </a:cubicBezTo>
                  <a:lnTo>
                    <a:pt x="28011" y="8131"/>
                  </a:lnTo>
                  <a:lnTo>
                    <a:pt x="28011" y="8131"/>
                  </a:lnTo>
                  <a:cubicBezTo>
                    <a:pt x="28005" y="8155"/>
                    <a:pt x="28001" y="8180"/>
                    <a:pt x="27999" y="8204"/>
                  </a:cubicBezTo>
                  <a:lnTo>
                    <a:pt x="27999" y="8204"/>
                  </a:lnTo>
                  <a:cubicBezTo>
                    <a:pt x="28040" y="6086"/>
                    <a:pt x="26659" y="3977"/>
                    <a:pt x="23886" y="2362"/>
                  </a:cubicBezTo>
                  <a:cubicBezTo>
                    <a:pt x="21148" y="788"/>
                    <a:pt x="17565" y="0"/>
                    <a:pt x="13989" y="0"/>
                  </a:cubicBezTo>
                  <a:close/>
                </a:path>
              </a:pathLst>
            </a:custGeom>
            <a:solidFill>
              <a:srgbClr val="8DBD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p:nvPr/>
          </p:nvSpPr>
          <p:spPr>
            <a:xfrm>
              <a:off x="3470900" y="998850"/>
              <a:ext cx="699900" cy="610325"/>
            </a:xfrm>
            <a:custGeom>
              <a:avLst/>
              <a:gdLst/>
              <a:ahLst/>
              <a:cxnLst/>
              <a:rect l="l" t="t" r="r" b="b"/>
              <a:pathLst>
                <a:path w="27996" h="24413" extrusionOk="0">
                  <a:moveTo>
                    <a:pt x="27996" y="78"/>
                  </a:moveTo>
                  <a:lnTo>
                    <a:pt x="27996" y="105"/>
                  </a:lnTo>
                  <a:lnTo>
                    <a:pt x="27996" y="105"/>
                  </a:lnTo>
                  <a:cubicBezTo>
                    <a:pt x="27996" y="96"/>
                    <a:pt x="27996" y="87"/>
                    <a:pt x="27996" y="78"/>
                  </a:cubicBezTo>
                  <a:close/>
                  <a:moveTo>
                    <a:pt x="63" y="1"/>
                  </a:moveTo>
                  <a:lnTo>
                    <a:pt x="1" y="16286"/>
                  </a:lnTo>
                  <a:cubicBezTo>
                    <a:pt x="1" y="18364"/>
                    <a:pt x="1366" y="20458"/>
                    <a:pt x="4126" y="22040"/>
                  </a:cubicBezTo>
                  <a:cubicBezTo>
                    <a:pt x="6864" y="23622"/>
                    <a:pt x="10443" y="24413"/>
                    <a:pt x="14018" y="24413"/>
                  </a:cubicBezTo>
                  <a:cubicBezTo>
                    <a:pt x="17593" y="24413"/>
                    <a:pt x="21164" y="23622"/>
                    <a:pt x="23886" y="22040"/>
                  </a:cubicBezTo>
                  <a:cubicBezTo>
                    <a:pt x="26584" y="20473"/>
                    <a:pt x="27949" y="18411"/>
                    <a:pt x="27949" y="16363"/>
                  </a:cubicBezTo>
                  <a:lnTo>
                    <a:pt x="27996" y="105"/>
                  </a:lnTo>
                  <a:lnTo>
                    <a:pt x="27996" y="105"/>
                  </a:lnTo>
                  <a:cubicBezTo>
                    <a:pt x="27984" y="2159"/>
                    <a:pt x="26635" y="4195"/>
                    <a:pt x="23948" y="5755"/>
                  </a:cubicBezTo>
                  <a:cubicBezTo>
                    <a:pt x="21226" y="7337"/>
                    <a:pt x="17655" y="8128"/>
                    <a:pt x="14080" y="8128"/>
                  </a:cubicBezTo>
                  <a:cubicBezTo>
                    <a:pt x="10505" y="8128"/>
                    <a:pt x="6926" y="7337"/>
                    <a:pt x="4188" y="5755"/>
                  </a:cubicBezTo>
                  <a:cubicBezTo>
                    <a:pt x="1428" y="4173"/>
                    <a:pt x="63" y="2079"/>
                    <a:pt x="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a:off x="3437950" y="797525"/>
              <a:ext cx="767350" cy="404400"/>
            </a:xfrm>
            <a:custGeom>
              <a:avLst/>
              <a:gdLst/>
              <a:ahLst/>
              <a:cxnLst/>
              <a:rect l="l" t="t" r="r" b="b"/>
              <a:pathLst>
                <a:path w="30694" h="16176" extrusionOk="0">
                  <a:moveTo>
                    <a:pt x="15307" y="0"/>
                  </a:moveTo>
                  <a:cubicBezTo>
                    <a:pt x="11730" y="0"/>
                    <a:pt x="8159" y="788"/>
                    <a:pt x="5444" y="2362"/>
                  </a:cubicBezTo>
                  <a:cubicBezTo>
                    <a:pt x="1" y="5526"/>
                    <a:pt x="32" y="10644"/>
                    <a:pt x="5506" y="13808"/>
                  </a:cubicBezTo>
                  <a:cubicBezTo>
                    <a:pt x="8241" y="15388"/>
                    <a:pt x="11814" y="16175"/>
                    <a:pt x="15385" y="16175"/>
                  </a:cubicBezTo>
                  <a:cubicBezTo>
                    <a:pt x="18964" y="16175"/>
                    <a:pt x="22540" y="15384"/>
                    <a:pt x="25266" y="13808"/>
                  </a:cubicBezTo>
                  <a:cubicBezTo>
                    <a:pt x="30694" y="10644"/>
                    <a:pt x="30678" y="5526"/>
                    <a:pt x="25204" y="2362"/>
                  </a:cubicBezTo>
                  <a:cubicBezTo>
                    <a:pt x="22466" y="788"/>
                    <a:pt x="18883" y="0"/>
                    <a:pt x="153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a:spLocks noGrp="1"/>
          </p:cNvSpPr>
          <p:nvPr>
            <p:ph type="ctrTitle"/>
          </p:nvPr>
        </p:nvSpPr>
        <p:spPr>
          <a:xfrm>
            <a:off x="457200" y="478463"/>
            <a:ext cx="4103100" cy="6721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uk-UA" sz="2800" dirty="0">
                <a:solidFill>
                  <a:schemeClr val="accent1"/>
                </a:solidFill>
                <a:latin typeface="Nunito"/>
                <a:ea typeface="Nunito"/>
                <a:cs typeface="Nunito"/>
                <a:sym typeface="Nunito"/>
              </a:rPr>
              <a:t>МАЛИЙ ХОСТИНГ</a:t>
            </a:r>
          </a:p>
        </p:txBody>
      </p:sp>
      <p:sp>
        <p:nvSpPr>
          <p:cNvPr id="172" name="Google Shape;172;p20"/>
          <p:cNvSpPr txBox="1">
            <a:spLocks noGrp="1"/>
          </p:cNvSpPr>
          <p:nvPr>
            <p:ph type="subTitle" idx="1"/>
          </p:nvPr>
        </p:nvSpPr>
        <p:spPr>
          <a:xfrm>
            <a:off x="239100" y="1150620"/>
            <a:ext cx="4317600" cy="11124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1600"/>
              </a:spcAft>
              <a:buClr>
                <a:schemeClr val="dk1"/>
              </a:buClr>
              <a:buSzPts val="1100"/>
              <a:buFont typeface="Arial"/>
              <a:buNone/>
            </a:pPr>
            <a:r>
              <a:rPr lang="es" sz="1400">
                <a:latin typeface="Nunito Light"/>
                <a:ea typeface="Nunito Light"/>
                <a:cs typeface="Nunito Light"/>
                <a:sym typeface="Nunito Light"/>
              </a:rPr>
              <a:t>Основним є розміщення веб-сторінок та невеликого об’єму файлів, де файли можна завантажувати за допомогою протоколу передачі файлів (FTP) або веб-інтерфейсу</a:t>
            </a:r>
            <a:endParaRPr sz="1400">
              <a:latin typeface="Nunito Light"/>
              <a:ea typeface="Nunito Light"/>
              <a:cs typeface="Nunito Light"/>
              <a:sym typeface="Nunito Light"/>
            </a:endParaRPr>
          </a:p>
        </p:txBody>
      </p:sp>
      <p:sp>
        <p:nvSpPr>
          <p:cNvPr id="173" name="Google Shape;173;p20"/>
          <p:cNvSpPr txBox="1">
            <a:spLocks noGrp="1"/>
          </p:cNvSpPr>
          <p:nvPr>
            <p:ph type="subTitle" idx="2"/>
          </p:nvPr>
        </p:nvSpPr>
        <p:spPr>
          <a:xfrm>
            <a:off x="4691550" y="1064960"/>
            <a:ext cx="4317600" cy="111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1400" dirty="0">
                <a:solidFill>
                  <a:srgbClr val="FFFFFF"/>
                </a:solidFill>
                <a:latin typeface="Nunito Light"/>
                <a:ea typeface="Nunito Light"/>
                <a:cs typeface="Nunito Light"/>
                <a:sym typeface="Nunito Light"/>
              </a:rPr>
              <a:t>Підходить для складних сайтів які вимагають більш повного пакету послуг, який забезпечує підтримку баз даних та платформи для розробки додатків (наприклад: ASP.NET, ColdFusion, Java EE, Perl / Plack, PHP або Ruby on Rails). Це дозволить писати або встановлювати форуми та системи управління вмістом.</a:t>
            </a:r>
            <a:endParaRPr sz="1400" dirty="0">
              <a:solidFill>
                <a:srgbClr val="FFFFFF"/>
              </a:solidFill>
              <a:latin typeface="Nunito Light"/>
              <a:ea typeface="Nunito Light"/>
              <a:cs typeface="Nunito Light"/>
              <a:sym typeface="Nunito Light"/>
            </a:endParaRPr>
          </a:p>
        </p:txBody>
      </p:sp>
      <p:sp>
        <p:nvSpPr>
          <p:cNvPr id="174" name="Google Shape;174;p20"/>
          <p:cNvSpPr txBox="1">
            <a:spLocks noGrp="1"/>
          </p:cNvSpPr>
          <p:nvPr>
            <p:ph type="ctrTitle" idx="3"/>
          </p:nvPr>
        </p:nvSpPr>
        <p:spPr>
          <a:xfrm>
            <a:off x="4556700" y="566025"/>
            <a:ext cx="4587300" cy="58459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uk-UA" sz="2800" dirty="0">
                <a:solidFill>
                  <a:schemeClr val="accent4"/>
                </a:solidFill>
                <a:latin typeface="Nunito"/>
                <a:ea typeface="Nunito"/>
                <a:cs typeface="Nunito"/>
                <a:sym typeface="Nunito"/>
              </a:rPr>
              <a:t>ВЕЛИЙКИЙ ХОСТИНГ</a:t>
            </a:r>
          </a:p>
        </p:txBody>
      </p:sp>
      <p:pic>
        <p:nvPicPr>
          <p:cNvPr id="175" name="Google Shape;175;p20"/>
          <p:cNvPicPr preferRelativeResize="0"/>
          <p:nvPr/>
        </p:nvPicPr>
        <p:blipFill>
          <a:blip r:embed="rId3">
            <a:alphaModFix/>
          </a:blip>
          <a:stretch>
            <a:fillRect/>
          </a:stretch>
        </p:blipFill>
        <p:spPr>
          <a:xfrm>
            <a:off x="1797600" y="3887275"/>
            <a:ext cx="981000" cy="1775350"/>
          </a:xfrm>
          <a:prstGeom prst="rect">
            <a:avLst/>
          </a:prstGeom>
          <a:noFill/>
          <a:ln>
            <a:noFill/>
          </a:ln>
        </p:spPr>
      </p:pic>
      <p:pic>
        <p:nvPicPr>
          <p:cNvPr id="176" name="Google Shape;176;p20"/>
          <p:cNvPicPr preferRelativeResize="0"/>
          <p:nvPr/>
        </p:nvPicPr>
        <p:blipFill>
          <a:blip r:embed="rId4">
            <a:alphaModFix/>
          </a:blip>
          <a:stretch>
            <a:fillRect/>
          </a:stretch>
        </p:blipFill>
        <p:spPr>
          <a:xfrm>
            <a:off x="6541540" y="2740526"/>
            <a:ext cx="884150" cy="2922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txBox="1"/>
          <p:nvPr/>
        </p:nvSpPr>
        <p:spPr>
          <a:xfrm flipH="1">
            <a:off x="6112225" y="541725"/>
            <a:ext cx="2892600" cy="382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Спільний веб-хостинг</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77BE9C"/>
                </a:solidFill>
                <a:latin typeface="Nunito"/>
                <a:ea typeface="Nunito"/>
                <a:cs typeface="Nunito"/>
                <a:sym typeface="Nunito"/>
              </a:rPr>
              <a:t>Shared web hosting service</a:t>
            </a:r>
            <a:endParaRPr>
              <a:solidFill>
                <a:srgbClr val="77BE9C"/>
              </a:solidFill>
              <a:latin typeface="Nunito"/>
              <a:ea typeface="Nunito"/>
              <a:cs typeface="Nunito"/>
              <a:sym typeface="Nunito"/>
            </a:endParaRPr>
          </a:p>
        </p:txBody>
      </p:sp>
      <p:sp>
        <p:nvSpPr>
          <p:cNvPr id="182" name="Google Shape;182;p21"/>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cxnSp>
        <p:nvCxnSpPr>
          <p:cNvPr id="183" name="Google Shape;183;p21"/>
          <p:cNvCxnSpPr/>
          <p:nvPr/>
        </p:nvCxnSpPr>
        <p:spPr>
          <a:xfrm flipH="1">
            <a:off x="4333875" y="-66675"/>
            <a:ext cx="2038200" cy="990600"/>
          </a:xfrm>
          <a:prstGeom prst="straightConnector1">
            <a:avLst/>
          </a:prstGeom>
          <a:noFill/>
          <a:ln w="9525" cap="flat" cmpd="sng">
            <a:solidFill>
              <a:srgbClr val="FFFFFF"/>
            </a:solidFill>
            <a:prstDash val="solid"/>
            <a:round/>
            <a:headEnd type="none" w="med" len="med"/>
            <a:tailEnd type="none" w="med" len="med"/>
          </a:ln>
        </p:spPr>
      </p:cxnSp>
      <p:cxnSp>
        <p:nvCxnSpPr>
          <p:cNvPr id="184" name="Google Shape;184;p21"/>
          <p:cNvCxnSpPr/>
          <p:nvPr/>
        </p:nvCxnSpPr>
        <p:spPr>
          <a:xfrm>
            <a:off x="4333875" y="923925"/>
            <a:ext cx="2781300" cy="1428900"/>
          </a:xfrm>
          <a:prstGeom prst="straightConnector1">
            <a:avLst/>
          </a:prstGeom>
          <a:noFill/>
          <a:ln w="9525" cap="flat" cmpd="sng">
            <a:solidFill>
              <a:srgbClr val="FFFFFF"/>
            </a:solidFill>
            <a:prstDash val="solid"/>
            <a:round/>
            <a:headEnd type="none" w="med" len="med"/>
            <a:tailEnd type="none" w="med" len="med"/>
          </a:ln>
        </p:spPr>
      </p:cxnSp>
      <p:cxnSp>
        <p:nvCxnSpPr>
          <p:cNvPr id="185" name="Google Shape;185;p21"/>
          <p:cNvCxnSpPr/>
          <p:nvPr/>
        </p:nvCxnSpPr>
        <p:spPr>
          <a:xfrm flipH="1">
            <a:off x="5362575" y="2362200"/>
            <a:ext cx="1638300" cy="924000"/>
          </a:xfrm>
          <a:prstGeom prst="straightConnector1">
            <a:avLst/>
          </a:prstGeom>
          <a:noFill/>
          <a:ln w="9525" cap="flat" cmpd="sng">
            <a:solidFill>
              <a:srgbClr val="FFFFFF"/>
            </a:solidFill>
            <a:prstDash val="solid"/>
            <a:round/>
            <a:headEnd type="none" w="med" len="med"/>
            <a:tailEnd type="none" w="med" len="med"/>
          </a:ln>
        </p:spPr>
      </p:cxnSp>
      <p:cxnSp>
        <p:nvCxnSpPr>
          <p:cNvPr id="186" name="Google Shape;186;p21"/>
          <p:cNvCxnSpPr/>
          <p:nvPr/>
        </p:nvCxnSpPr>
        <p:spPr>
          <a:xfrm>
            <a:off x="5210175" y="3057525"/>
            <a:ext cx="5200800" cy="2781300"/>
          </a:xfrm>
          <a:prstGeom prst="straightConnector1">
            <a:avLst/>
          </a:prstGeom>
          <a:noFill/>
          <a:ln w="9525" cap="flat" cmpd="sng">
            <a:solidFill>
              <a:srgbClr val="FFFFFF"/>
            </a:solidFill>
            <a:prstDash val="solid"/>
            <a:round/>
            <a:headEnd type="none" w="med" len="med"/>
            <a:tailEnd type="none" w="med" len="med"/>
          </a:ln>
        </p:spPr>
      </p:cxnSp>
      <p:grpSp>
        <p:nvGrpSpPr>
          <p:cNvPr id="187" name="Google Shape;187;p21"/>
          <p:cNvGrpSpPr/>
          <p:nvPr/>
        </p:nvGrpSpPr>
        <p:grpSpPr>
          <a:xfrm>
            <a:off x="4556712" y="1152010"/>
            <a:ext cx="3490197" cy="3344383"/>
            <a:chOff x="1077075" y="238125"/>
            <a:chExt cx="5446625" cy="5219075"/>
          </a:xfrm>
        </p:grpSpPr>
        <p:sp>
          <p:nvSpPr>
            <p:cNvPr id="188" name="Google Shape;188;p21"/>
            <p:cNvSpPr/>
            <p:nvPr/>
          </p:nvSpPr>
          <p:spPr>
            <a:xfrm>
              <a:off x="2883650" y="238125"/>
              <a:ext cx="86900" cy="50425"/>
            </a:xfrm>
            <a:custGeom>
              <a:avLst/>
              <a:gdLst/>
              <a:ahLst/>
              <a:cxnLst/>
              <a:rect l="l" t="t" r="r" b="b"/>
              <a:pathLst>
                <a:path w="3476" h="2017" extrusionOk="0">
                  <a:moveTo>
                    <a:pt x="1728" y="0"/>
                  </a:moveTo>
                  <a:lnTo>
                    <a:pt x="0" y="1018"/>
                  </a:lnTo>
                  <a:lnTo>
                    <a:pt x="1748" y="2016"/>
                  </a:lnTo>
                  <a:lnTo>
                    <a:pt x="3476" y="1018"/>
                  </a:lnTo>
                  <a:lnTo>
                    <a:pt x="1728"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1"/>
            <p:cNvSpPr/>
            <p:nvPr/>
          </p:nvSpPr>
          <p:spPr>
            <a:xfrm>
              <a:off x="2926850" y="263550"/>
              <a:ext cx="644300" cy="1255950"/>
            </a:xfrm>
            <a:custGeom>
              <a:avLst/>
              <a:gdLst/>
              <a:ahLst/>
              <a:cxnLst/>
              <a:rect l="l" t="t" r="r" b="b"/>
              <a:pathLst>
                <a:path w="25772" h="50238" extrusionOk="0">
                  <a:moveTo>
                    <a:pt x="1748" y="1"/>
                  </a:moveTo>
                  <a:lnTo>
                    <a:pt x="0" y="999"/>
                  </a:lnTo>
                  <a:lnTo>
                    <a:pt x="0" y="50237"/>
                  </a:lnTo>
                  <a:lnTo>
                    <a:pt x="25772" y="35412"/>
                  </a:lnTo>
                  <a:lnTo>
                    <a:pt x="1748"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1"/>
            <p:cNvSpPr/>
            <p:nvPr/>
          </p:nvSpPr>
          <p:spPr>
            <a:xfrm>
              <a:off x="2283050" y="263550"/>
              <a:ext cx="643825" cy="1255950"/>
            </a:xfrm>
            <a:custGeom>
              <a:avLst/>
              <a:gdLst/>
              <a:ahLst/>
              <a:cxnLst/>
              <a:rect l="l" t="t" r="r" b="b"/>
              <a:pathLst>
                <a:path w="25753" h="50238" extrusionOk="0">
                  <a:moveTo>
                    <a:pt x="24082" y="1"/>
                  </a:moveTo>
                  <a:lnTo>
                    <a:pt x="0" y="35412"/>
                  </a:lnTo>
                  <a:lnTo>
                    <a:pt x="25752" y="50237"/>
                  </a:lnTo>
                  <a:lnTo>
                    <a:pt x="25752" y="999"/>
                  </a:lnTo>
                  <a:lnTo>
                    <a:pt x="24082"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1"/>
            <p:cNvSpPr/>
            <p:nvPr/>
          </p:nvSpPr>
          <p:spPr>
            <a:xfrm>
              <a:off x="4701750" y="746050"/>
              <a:ext cx="126275" cy="73000"/>
            </a:xfrm>
            <a:custGeom>
              <a:avLst/>
              <a:gdLst/>
              <a:ahLst/>
              <a:cxnLst/>
              <a:rect l="l" t="t" r="r" b="b"/>
              <a:pathLst>
                <a:path w="5051" h="2920" extrusionOk="0">
                  <a:moveTo>
                    <a:pt x="2516" y="0"/>
                  </a:moveTo>
                  <a:lnTo>
                    <a:pt x="0" y="1460"/>
                  </a:lnTo>
                  <a:lnTo>
                    <a:pt x="2535" y="2919"/>
                  </a:lnTo>
                  <a:lnTo>
                    <a:pt x="5051" y="1460"/>
                  </a:lnTo>
                  <a:lnTo>
                    <a:pt x="2516" y="0"/>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1"/>
            <p:cNvSpPr/>
            <p:nvPr/>
          </p:nvSpPr>
          <p:spPr>
            <a:xfrm>
              <a:off x="4765125" y="782525"/>
              <a:ext cx="929950" cy="1815250"/>
            </a:xfrm>
            <a:custGeom>
              <a:avLst/>
              <a:gdLst/>
              <a:ahLst/>
              <a:cxnLst/>
              <a:rect l="l" t="t" r="r" b="b"/>
              <a:pathLst>
                <a:path w="37198" h="72610" extrusionOk="0">
                  <a:moveTo>
                    <a:pt x="2516" y="1"/>
                  </a:moveTo>
                  <a:lnTo>
                    <a:pt x="0" y="1460"/>
                  </a:lnTo>
                  <a:lnTo>
                    <a:pt x="0" y="72610"/>
                  </a:lnTo>
                  <a:lnTo>
                    <a:pt x="37197" y="51159"/>
                  </a:lnTo>
                  <a:lnTo>
                    <a:pt x="2516" y="1"/>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1"/>
            <p:cNvSpPr/>
            <p:nvPr/>
          </p:nvSpPr>
          <p:spPr>
            <a:xfrm>
              <a:off x="3834700" y="782525"/>
              <a:ext cx="929950" cy="1815250"/>
            </a:xfrm>
            <a:custGeom>
              <a:avLst/>
              <a:gdLst/>
              <a:ahLst/>
              <a:cxnLst/>
              <a:rect l="l" t="t" r="r" b="b"/>
              <a:pathLst>
                <a:path w="37198" h="72610" extrusionOk="0">
                  <a:moveTo>
                    <a:pt x="34778" y="1"/>
                  </a:moveTo>
                  <a:lnTo>
                    <a:pt x="0" y="51159"/>
                  </a:lnTo>
                  <a:lnTo>
                    <a:pt x="37198" y="72610"/>
                  </a:lnTo>
                  <a:lnTo>
                    <a:pt x="37198" y="1460"/>
                  </a:lnTo>
                  <a:lnTo>
                    <a:pt x="34778" y="1"/>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1"/>
            <p:cNvSpPr/>
            <p:nvPr/>
          </p:nvSpPr>
          <p:spPr>
            <a:xfrm>
              <a:off x="2233125" y="1539150"/>
              <a:ext cx="168050" cy="97500"/>
            </a:xfrm>
            <a:custGeom>
              <a:avLst/>
              <a:gdLst/>
              <a:ahLst/>
              <a:cxnLst/>
              <a:rect l="l" t="t" r="r" b="b"/>
              <a:pathLst>
                <a:path w="6722" h="3900" extrusionOk="0">
                  <a:moveTo>
                    <a:pt x="3361" y="1"/>
                  </a:moveTo>
                  <a:lnTo>
                    <a:pt x="0" y="1940"/>
                  </a:lnTo>
                  <a:lnTo>
                    <a:pt x="3380" y="3899"/>
                  </a:lnTo>
                  <a:lnTo>
                    <a:pt x="6722" y="1940"/>
                  </a:lnTo>
                  <a:lnTo>
                    <a:pt x="3361" y="1"/>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1"/>
            <p:cNvSpPr/>
            <p:nvPr/>
          </p:nvSpPr>
          <p:spPr>
            <a:xfrm>
              <a:off x="2317125" y="1587650"/>
              <a:ext cx="1240100" cy="2419675"/>
            </a:xfrm>
            <a:custGeom>
              <a:avLst/>
              <a:gdLst/>
              <a:ahLst/>
              <a:cxnLst/>
              <a:rect l="l" t="t" r="r" b="b"/>
              <a:pathLst>
                <a:path w="49604" h="96787" extrusionOk="0">
                  <a:moveTo>
                    <a:pt x="3362" y="0"/>
                  </a:moveTo>
                  <a:lnTo>
                    <a:pt x="1" y="1959"/>
                  </a:lnTo>
                  <a:lnTo>
                    <a:pt x="1" y="96787"/>
                  </a:lnTo>
                  <a:lnTo>
                    <a:pt x="49604" y="68212"/>
                  </a:lnTo>
                  <a:lnTo>
                    <a:pt x="3362"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1"/>
            <p:cNvSpPr/>
            <p:nvPr/>
          </p:nvSpPr>
          <p:spPr>
            <a:xfrm>
              <a:off x="1077075" y="1587650"/>
              <a:ext cx="1240075" cy="2419675"/>
            </a:xfrm>
            <a:custGeom>
              <a:avLst/>
              <a:gdLst/>
              <a:ahLst/>
              <a:cxnLst/>
              <a:rect l="l" t="t" r="r" b="b"/>
              <a:pathLst>
                <a:path w="49603" h="96787" extrusionOk="0">
                  <a:moveTo>
                    <a:pt x="46357" y="0"/>
                  </a:moveTo>
                  <a:lnTo>
                    <a:pt x="0" y="68212"/>
                  </a:lnTo>
                  <a:lnTo>
                    <a:pt x="49603" y="96787"/>
                  </a:lnTo>
                  <a:lnTo>
                    <a:pt x="49603" y="1959"/>
                  </a:lnTo>
                  <a:lnTo>
                    <a:pt x="46357"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1"/>
            <p:cNvSpPr/>
            <p:nvPr/>
          </p:nvSpPr>
          <p:spPr>
            <a:xfrm>
              <a:off x="3213950" y="2163275"/>
              <a:ext cx="3309750" cy="3293925"/>
            </a:xfrm>
            <a:custGeom>
              <a:avLst/>
              <a:gdLst/>
              <a:ahLst/>
              <a:cxnLst/>
              <a:rect l="l" t="t" r="r" b="b"/>
              <a:pathLst>
                <a:path w="132390" h="131757" extrusionOk="0">
                  <a:moveTo>
                    <a:pt x="66176" y="1"/>
                  </a:moveTo>
                  <a:lnTo>
                    <a:pt x="61701" y="2612"/>
                  </a:lnTo>
                  <a:lnTo>
                    <a:pt x="61817" y="2670"/>
                  </a:lnTo>
                  <a:lnTo>
                    <a:pt x="327" y="93157"/>
                  </a:lnTo>
                  <a:lnTo>
                    <a:pt x="0" y="93330"/>
                  </a:lnTo>
                  <a:lnTo>
                    <a:pt x="135" y="93407"/>
                  </a:lnTo>
                  <a:lnTo>
                    <a:pt x="0" y="93618"/>
                  </a:lnTo>
                  <a:lnTo>
                    <a:pt x="66195" y="131757"/>
                  </a:lnTo>
                  <a:lnTo>
                    <a:pt x="66368" y="131641"/>
                  </a:lnTo>
                  <a:lnTo>
                    <a:pt x="66406" y="131680"/>
                  </a:lnTo>
                  <a:lnTo>
                    <a:pt x="75643" y="126322"/>
                  </a:lnTo>
                  <a:lnTo>
                    <a:pt x="132390" y="93618"/>
                  </a:lnTo>
                  <a:lnTo>
                    <a:pt x="132255" y="93407"/>
                  </a:lnTo>
                  <a:lnTo>
                    <a:pt x="132390" y="93330"/>
                  </a:lnTo>
                  <a:lnTo>
                    <a:pt x="132083" y="93157"/>
                  </a:lnTo>
                  <a:lnTo>
                    <a:pt x="70689" y="2612"/>
                  </a:lnTo>
                  <a:lnTo>
                    <a:pt x="66176"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1"/>
            <p:cNvSpPr/>
            <p:nvPr/>
          </p:nvSpPr>
          <p:spPr>
            <a:xfrm>
              <a:off x="3834700" y="1515625"/>
              <a:ext cx="1860375" cy="1077850"/>
            </a:xfrm>
            <a:custGeom>
              <a:avLst/>
              <a:gdLst/>
              <a:ahLst/>
              <a:cxnLst/>
              <a:rect l="l" t="t" r="r" b="b"/>
              <a:pathLst>
                <a:path w="74415" h="43114" extrusionOk="0">
                  <a:moveTo>
                    <a:pt x="37083" y="1"/>
                  </a:moveTo>
                  <a:lnTo>
                    <a:pt x="0" y="21567"/>
                  </a:lnTo>
                  <a:lnTo>
                    <a:pt x="37332" y="43113"/>
                  </a:lnTo>
                  <a:lnTo>
                    <a:pt x="74414" y="21567"/>
                  </a:lnTo>
                  <a:lnTo>
                    <a:pt x="37083" y="1"/>
                  </a:lnTo>
                  <a:close/>
                </a:path>
              </a:pathLst>
            </a:custGeom>
            <a:solidFill>
              <a:srgbClr val="7BBA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1"/>
            <p:cNvSpPr/>
            <p:nvPr/>
          </p:nvSpPr>
          <p:spPr>
            <a:xfrm>
              <a:off x="2283050" y="775825"/>
              <a:ext cx="1288100" cy="745600"/>
            </a:xfrm>
            <a:custGeom>
              <a:avLst/>
              <a:gdLst/>
              <a:ahLst/>
              <a:cxnLst/>
              <a:rect l="l" t="t" r="r" b="b"/>
              <a:pathLst>
                <a:path w="51524" h="29824" extrusionOk="0">
                  <a:moveTo>
                    <a:pt x="25676" y="0"/>
                  </a:moveTo>
                  <a:lnTo>
                    <a:pt x="0" y="14921"/>
                  </a:lnTo>
                  <a:lnTo>
                    <a:pt x="25848" y="29823"/>
                  </a:lnTo>
                  <a:lnTo>
                    <a:pt x="51524" y="14921"/>
                  </a:lnTo>
                  <a:lnTo>
                    <a:pt x="25676"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1"/>
            <p:cNvSpPr/>
            <p:nvPr/>
          </p:nvSpPr>
          <p:spPr>
            <a:xfrm>
              <a:off x="1077075" y="2551200"/>
              <a:ext cx="2480150" cy="1436450"/>
            </a:xfrm>
            <a:custGeom>
              <a:avLst/>
              <a:gdLst/>
              <a:ahLst/>
              <a:cxnLst/>
              <a:rect l="l" t="t" r="r" b="b"/>
              <a:pathLst>
                <a:path w="99206" h="57458" extrusionOk="0">
                  <a:moveTo>
                    <a:pt x="49449" y="0"/>
                  </a:moveTo>
                  <a:lnTo>
                    <a:pt x="0" y="28729"/>
                  </a:lnTo>
                  <a:lnTo>
                    <a:pt x="49776" y="57457"/>
                  </a:lnTo>
                  <a:lnTo>
                    <a:pt x="99206" y="28729"/>
                  </a:lnTo>
                  <a:lnTo>
                    <a:pt x="49449"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1"/>
            <p:cNvSpPr/>
            <p:nvPr/>
          </p:nvSpPr>
          <p:spPr>
            <a:xfrm>
              <a:off x="3213950" y="3538250"/>
              <a:ext cx="3309750" cy="1917025"/>
            </a:xfrm>
            <a:custGeom>
              <a:avLst/>
              <a:gdLst/>
              <a:ahLst/>
              <a:cxnLst/>
              <a:rect l="l" t="t" r="r" b="b"/>
              <a:pathLst>
                <a:path w="132390" h="76681" extrusionOk="0">
                  <a:moveTo>
                    <a:pt x="65984" y="1"/>
                  </a:moveTo>
                  <a:lnTo>
                    <a:pt x="0" y="38331"/>
                  </a:lnTo>
                  <a:lnTo>
                    <a:pt x="66406" y="76681"/>
                  </a:lnTo>
                  <a:lnTo>
                    <a:pt x="132390" y="38331"/>
                  </a:lnTo>
                  <a:lnTo>
                    <a:pt x="65984"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1"/>
            <p:cNvSpPr/>
            <p:nvPr/>
          </p:nvSpPr>
          <p:spPr>
            <a:xfrm>
              <a:off x="4701750" y="746050"/>
              <a:ext cx="126275" cy="73000"/>
            </a:xfrm>
            <a:custGeom>
              <a:avLst/>
              <a:gdLst/>
              <a:ahLst/>
              <a:cxnLst/>
              <a:rect l="l" t="t" r="r" b="b"/>
              <a:pathLst>
                <a:path w="5051" h="2920" extrusionOk="0">
                  <a:moveTo>
                    <a:pt x="2516" y="0"/>
                  </a:moveTo>
                  <a:lnTo>
                    <a:pt x="0" y="1460"/>
                  </a:lnTo>
                  <a:lnTo>
                    <a:pt x="2535" y="2919"/>
                  </a:lnTo>
                  <a:lnTo>
                    <a:pt x="5051" y="1460"/>
                  </a:lnTo>
                  <a:lnTo>
                    <a:pt x="2516" y="0"/>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1"/>
            <p:cNvSpPr/>
            <p:nvPr/>
          </p:nvSpPr>
          <p:spPr>
            <a:xfrm>
              <a:off x="4765125" y="782525"/>
              <a:ext cx="929950" cy="1815250"/>
            </a:xfrm>
            <a:custGeom>
              <a:avLst/>
              <a:gdLst/>
              <a:ahLst/>
              <a:cxnLst/>
              <a:rect l="l" t="t" r="r" b="b"/>
              <a:pathLst>
                <a:path w="37198" h="72610" extrusionOk="0">
                  <a:moveTo>
                    <a:pt x="2516" y="1"/>
                  </a:moveTo>
                  <a:lnTo>
                    <a:pt x="0" y="1460"/>
                  </a:lnTo>
                  <a:lnTo>
                    <a:pt x="0" y="72610"/>
                  </a:lnTo>
                  <a:lnTo>
                    <a:pt x="37197" y="51159"/>
                  </a:lnTo>
                  <a:lnTo>
                    <a:pt x="2516" y="1"/>
                  </a:lnTo>
                  <a:close/>
                </a:path>
              </a:pathLst>
            </a:custGeom>
            <a:solidFill>
              <a:srgbClr val="7BBA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1"/>
            <p:cNvSpPr/>
            <p:nvPr/>
          </p:nvSpPr>
          <p:spPr>
            <a:xfrm>
              <a:off x="3834700" y="782525"/>
              <a:ext cx="929950" cy="1815250"/>
            </a:xfrm>
            <a:custGeom>
              <a:avLst/>
              <a:gdLst/>
              <a:ahLst/>
              <a:cxnLst/>
              <a:rect l="l" t="t" r="r" b="b"/>
              <a:pathLst>
                <a:path w="37198" h="72610" extrusionOk="0">
                  <a:moveTo>
                    <a:pt x="34778" y="1"/>
                  </a:moveTo>
                  <a:lnTo>
                    <a:pt x="0" y="51159"/>
                  </a:lnTo>
                  <a:lnTo>
                    <a:pt x="37198" y="72610"/>
                  </a:lnTo>
                  <a:lnTo>
                    <a:pt x="37198" y="1460"/>
                  </a:lnTo>
                  <a:lnTo>
                    <a:pt x="34778" y="1"/>
                  </a:lnTo>
                  <a:close/>
                </a:path>
              </a:pathLst>
            </a:custGeom>
            <a:solidFill>
              <a:srgbClr val="6CA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1"/>
            <p:cNvSpPr/>
            <p:nvPr/>
          </p:nvSpPr>
          <p:spPr>
            <a:xfrm>
              <a:off x="2883650" y="238125"/>
              <a:ext cx="86900" cy="50425"/>
            </a:xfrm>
            <a:custGeom>
              <a:avLst/>
              <a:gdLst/>
              <a:ahLst/>
              <a:cxnLst/>
              <a:rect l="l" t="t" r="r" b="b"/>
              <a:pathLst>
                <a:path w="3476" h="2017" extrusionOk="0">
                  <a:moveTo>
                    <a:pt x="1728" y="0"/>
                  </a:moveTo>
                  <a:lnTo>
                    <a:pt x="0" y="1018"/>
                  </a:lnTo>
                  <a:lnTo>
                    <a:pt x="1748" y="2016"/>
                  </a:lnTo>
                  <a:lnTo>
                    <a:pt x="3476" y="1018"/>
                  </a:lnTo>
                  <a:lnTo>
                    <a:pt x="1728"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1"/>
            <p:cNvSpPr/>
            <p:nvPr/>
          </p:nvSpPr>
          <p:spPr>
            <a:xfrm>
              <a:off x="2926850" y="263550"/>
              <a:ext cx="644300" cy="1255950"/>
            </a:xfrm>
            <a:custGeom>
              <a:avLst/>
              <a:gdLst/>
              <a:ahLst/>
              <a:cxnLst/>
              <a:rect l="l" t="t" r="r" b="b"/>
              <a:pathLst>
                <a:path w="25772" h="50238" extrusionOk="0">
                  <a:moveTo>
                    <a:pt x="1748" y="1"/>
                  </a:moveTo>
                  <a:lnTo>
                    <a:pt x="0" y="999"/>
                  </a:lnTo>
                  <a:lnTo>
                    <a:pt x="0" y="50237"/>
                  </a:lnTo>
                  <a:lnTo>
                    <a:pt x="25772" y="35412"/>
                  </a:lnTo>
                  <a:lnTo>
                    <a:pt x="1748" y="1"/>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1"/>
            <p:cNvSpPr/>
            <p:nvPr/>
          </p:nvSpPr>
          <p:spPr>
            <a:xfrm>
              <a:off x="2283050" y="263550"/>
              <a:ext cx="643825" cy="1255950"/>
            </a:xfrm>
            <a:custGeom>
              <a:avLst/>
              <a:gdLst/>
              <a:ahLst/>
              <a:cxnLst/>
              <a:rect l="l" t="t" r="r" b="b"/>
              <a:pathLst>
                <a:path w="25753" h="50238" extrusionOk="0">
                  <a:moveTo>
                    <a:pt x="24082" y="1"/>
                  </a:moveTo>
                  <a:lnTo>
                    <a:pt x="0" y="35412"/>
                  </a:lnTo>
                  <a:lnTo>
                    <a:pt x="25752" y="50237"/>
                  </a:lnTo>
                  <a:lnTo>
                    <a:pt x="25752" y="999"/>
                  </a:lnTo>
                  <a:lnTo>
                    <a:pt x="24082" y="1"/>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1"/>
            <p:cNvSpPr/>
            <p:nvPr/>
          </p:nvSpPr>
          <p:spPr>
            <a:xfrm>
              <a:off x="2233125" y="1539150"/>
              <a:ext cx="168050" cy="97500"/>
            </a:xfrm>
            <a:custGeom>
              <a:avLst/>
              <a:gdLst/>
              <a:ahLst/>
              <a:cxnLst/>
              <a:rect l="l" t="t" r="r" b="b"/>
              <a:pathLst>
                <a:path w="6722" h="3900" extrusionOk="0">
                  <a:moveTo>
                    <a:pt x="3361" y="1"/>
                  </a:moveTo>
                  <a:lnTo>
                    <a:pt x="0" y="1940"/>
                  </a:lnTo>
                  <a:lnTo>
                    <a:pt x="3380" y="3899"/>
                  </a:lnTo>
                  <a:lnTo>
                    <a:pt x="6722" y="1940"/>
                  </a:lnTo>
                  <a:lnTo>
                    <a:pt x="3361" y="1"/>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1"/>
            <p:cNvSpPr/>
            <p:nvPr/>
          </p:nvSpPr>
          <p:spPr>
            <a:xfrm>
              <a:off x="2317125" y="1587650"/>
              <a:ext cx="1240100" cy="2419675"/>
            </a:xfrm>
            <a:custGeom>
              <a:avLst/>
              <a:gdLst/>
              <a:ahLst/>
              <a:cxnLst/>
              <a:rect l="l" t="t" r="r" b="b"/>
              <a:pathLst>
                <a:path w="49604" h="96787" extrusionOk="0">
                  <a:moveTo>
                    <a:pt x="3362" y="0"/>
                  </a:moveTo>
                  <a:lnTo>
                    <a:pt x="1" y="1959"/>
                  </a:lnTo>
                  <a:lnTo>
                    <a:pt x="1" y="96787"/>
                  </a:lnTo>
                  <a:lnTo>
                    <a:pt x="49604" y="68212"/>
                  </a:lnTo>
                  <a:lnTo>
                    <a:pt x="3362" y="0"/>
                  </a:ln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1"/>
            <p:cNvSpPr/>
            <p:nvPr/>
          </p:nvSpPr>
          <p:spPr>
            <a:xfrm>
              <a:off x="1077075" y="1587650"/>
              <a:ext cx="1240075" cy="2419675"/>
            </a:xfrm>
            <a:custGeom>
              <a:avLst/>
              <a:gdLst/>
              <a:ahLst/>
              <a:cxnLst/>
              <a:rect l="l" t="t" r="r" b="b"/>
              <a:pathLst>
                <a:path w="49603" h="96787" extrusionOk="0">
                  <a:moveTo>
                    <a:pt x="46357" y="0"/>
                  </a:moveTo>
                  <a:lnTo>
                    <a:pt x="0" y="68212"/>
                  </a:lnTo>
                  <a:lnTo>
                    <a:pt x="49603" y="96787"/>
                  </a:lnTo>
                  <a:lnTo>
                    <a:pt x="49603" y="1959"/>
                  </a:lnTo>
                  <a:lnTo>
                    <a:pt x="46357" y="0"/>
                  </a:lnTo>
                  <a:close/>
                </a:path>
              </a:pathLst>
            </a:custGeom>
            <a:solidFill>
              <a:srgbClr val="3B7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1"/>
            <p:cNvSpPr/>
            <p:nvPr/>
          </p:nvSpPr>
          <p:spPr>
            <a:xfrm>
              <a:off x="4756475" y="2163275"/>
              <a:ext cx="224700" cy="130125"/>
            </a:xfrm>
            <a:custGeom>
              <a:avLst/>
              <a:gdLst/>
              <a:ahLst/>
              <a:cxnLst/>
              <a:rect l="l" t="t" r="r" b="b"/>
              <a:pathLst>
                <a:path w="8988" h="5205" extrusionOk="0">
                  <a:moveTo>
                    <a:pt x="4475" y="1"/>
                  </a:moveTo>
                  <a:lnTo>
                    <a:pt x="0" y="2612"/>
                  </a:lnTo>
                  <a:lnTo>
                    <a:pt x="4513" y="5205"/>
                  </a:lnTo>
                  <a:lnTo>
                    <a:pt x="8988" y="2612"/>
                  </a:lnTo>
                  <a:lnTo>
                    <a:pt x="4475"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1"/>
            <p:cNvSpPr/>
            <p:nvPr/>
          </p:nvSpPr>
          <p:spPr>
            <a:xfrm>
              <a:off x="4868825" y="2228575"/>
              <a:ext cx="1654875" cy="3228625"/>
            </a:xfrm>
            <a:custGeom>
              <a:avLst/>
              <a:gdLst/>
              <a:ahLst/>
              <a:cxnLst/>
              <a:rect l="l" t="t" r="r" b="b"/>
              <a:pathLst>
                <a:path w="66195" h="129145" extrusionOk="0">
                  <a:moveTo>
                    <a:pt x="4494" y="0"/>
                  </a:moveTo>
                  <a:lnTo>
                    <a:pt x="0" y="2593"/>
                  </a:lnTo>
                  <a:lnTo>
                    <a:pt x="0" y="129145"/>
                  </a:lnTo>
                  <a:lnTo>
                    <a:pt x="66195" y="91006"/>
                  </a:lnTo>
                  <a:lnTo>
                    <a:pt x="4494"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1"/>
            <p:cNvSpPr/>
            <p:nvPr/>
          </p:nvSpPr>
          <p:spPr>
            <a:xfrm>
              <a:off x="3213950" y="2228575"/>
              <a:ext cx="1654900" cy="3228625"/>
            </a:xfrm>
            <a:custGeom>
              <a:avLst/>
              <a:gdLst/>
              <a:ahLst/>
              <a:cxnLst/>
              <a:rect l="l" t="t" r="r" b="b"/>
              <a:pathLst>
                <a:path w="66196" h="129145" extrusionOk="0">
                  <a:moveTo>
                    <a:pt x="61855" y="0"/>
                  </a:moveTo>
                  <a:lnTo>
                    <a:pt x="0" y="91006"/>
                  </a:lnTo>
                  <a:lnTo>
                    <a:pt x="66195" y="129145"/>
                  </a:lnTo>
                  <a:lnTo>
                    <a:pt x="66195" y="2593"/>
                  </a:lnTo>
                  <a:lnTo>
                    <a:pt x="61855"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21"/>
          <p:cNvSpPr txBox="1"/>
          <p:nvPr/>
        </p:nvSpPr>
        <p:spPr>
          <a:xfrm>
            <a:off x="407625" y="1637925"/>
            <a:ext cx="4017000" cy="323162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a:solidFill>
                  <a:srgbClr val="F8FAFB"/>
                </a:solidFill>
                <a:latin typeface="Nunito"/>
                <a:ea typeface="Nunito"/>
                <a:cs typeface="Nunito"/>
                <a:sym typeface="Nunito"/>
              </a:rPr>
              <a:t>Ваш сайт розміщений на тому ж сервері, що і багато інших сайтів. Як правило, усі домени можуть спільно використовувати спільні ресурси сервера, такі як оперативна пам'ять і центральний процесор. Функції, доступні для цього типу послуг, можуть бути досить простими та не гнучкими щодо програмного забезпечення та оновлень.</a:t>
            </a:r>
            <a:endParaRPr sz="1800">
              <a:solidFill>
                <a:srgbClr val="F8FAFB"/>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2"/>
          <p:cNvSpPr txBox="1"/>
          <p:nvPr/>
        </p:nvSpPr>
        <p:spPr>
          <a:xfrm flipH="1">
            <a:off x="6104800" y="588275"/>
            <a:ext cx="2892600" cy="52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Реселлер хостинг</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77BE9C"/>
                </a:solidFill>
                <a:latin typeface="Nunito"/>
                <a:ea typeface="Nunito"/>
                <a:cs typeface="Nunito"/>
                <a:sym typeface="Nunito"/>
              </a:rPr>
              <a:t>Reseller web hosting</a:t>
            </a:r>
            <a:endParaRPr>
              <a:solidFill>
                <a:srgbClr val="77BE9C"/>
              </a:solidFill>
              <a:latin typeface="Nunito"/>
              <a:ea typeface="Nunito"/>
              <a:cs typeface="Nunito"/>
              <a:sym typeface="Nunito"/>
            </a:endParaRPr>
          </a:p>
        </p:txBody>
      </p:sp>
      <p:sp>
        <p:nvSpPr>
          <p:cNvPr id="221" name="Google Shape;221;p22"/>
          <p:cNvSpPr txBox="1"/>
          <p:nvPr/>
        </p:nvSpPr>
        <p:spPr>
          <a:xfrm>
            <a:off x="1691640" y="1447800"/>
            <a:ext cx="5771535"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a:solidFill>
                  <a:srgbClr val="F8FAFB"/>
                </a:solidFill>
                <a:latin typeface="Nunito"/>
                <a:ea typeface="Nunito"/>
                <a:cs typeface="Nunito"/>
                <a:sym typeface="Nunito"/>
              </a:rPr>
              <a:t>Хостинг з послугою перепродажу. Користувачеві надається можливість розподіляти дисковий простір і ресурси свого віртуального хостингу або серверу з метою розміщення на ньому сайтів третіх осіб, що можуть бути його клієнтами. Пакет послуг такого хостингу зазвичай включає спеціальне ПЗ для управління клієнтською базою, ресурсами, що надані клієнтам, тощо.</a:t>
            </a:r>
            <a:endParaRPr sz="1800">
              <a:solidFill>
                <a:srgbClr val="F8FAFB"/>
              </a:solidFill>
              <a:latin typeface="Nunito"/>
              <a:ea typeface="Nunito"/>
              <a:cs typeface="Nunito"/>
              <a:sym typeface="Nunito"/>
            </a:endParaRPr>
          </a:p>
        </p:txBody>
      </p:sp>
      <p:pic>
        <p:nvPicPr>
          <p:cNvPr id="222" name="Google Shape;222;p22"/>
          <p:cNvPicPr preferRelativeResize="0"/>
          <p:nvPr/>
        </p:nvPicPr>
        <p:blipFill>
          <a:blip r:embed="rId3">
            <a:alphaModFix/>
          </a:blip>
          <a:stretch>
            <a:fillRect/>
          </a:stretch>
        </p:blipFill>
        <p:spPr>
          <a:xfrm>
            <a:off x="-2008325" y="1838018"/>
            <a:ext cx="3818651" cy="3981531"/>
          </a:xfrm>
          <a:prstGeom prst="rect">
            <a:avLst/>
          </a:prstGeom>
          <a:noFill/>
          <a:ln>
            <a:noFill/>
          </a:ln>
        </p:spPr>
      </p:pic>
      <p:sp>
        <p:nvSpPr>
          <p:cNvPr id="5" name="Google Shape;182;p21">
            <a:extLst>
              <a:ext uri="{FF2B5EF4-FFF2-40B4-BE49-F238E27FC236}">
                <a16:creationId xmlns:a16="http://schemas.microsoft.com/office/drawing/2014/main" id="{A459E903-ACDF-49AB-DEFA-77A280EE71FA}"/>
              </a:ext>
            </a:extLst>
          </p:cNvPr>
          <p:cNvSpPr txBox="1">
            <a:spLocks/>
          </p:cNvSpPr>
          <p:nvPr/>
        </p:nvSpPr>
        <p:spPr>
          <a:xfrm>
            <a:off x="139175" y="377975"/>
            <a:ext cx="1561950" cy="946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400"/>
              <a:buFont typeface="Unica One"/>
              <a:buNone/>
              <a:defRPr sz="1400" b="0" i="0" u="none" strike="noStrike" cap="none">
                <a:solidFill>
                  <a:schemeClr val="lt1"/>
                </a:solidFill>
                <a:latin typeface="Unica One"/>
                <a:ea typeface="Unica One"/>
                <a:cs typeface="Unica One"/>
                <a:sym typeface="Unica One"/>
              </a:defRPr>
            </a:lvl1pPr>
            <a:lvl2pPr marR="0" lvl="1"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2pPr>
            <a:lvl3pPr marR="0" lvl="2"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3pPr>
            <a:lvl4pPr marR="0" lvl="3"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4pPr>
            <a:lvl5pPr marR="0" lvl="4"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5pPr>
            <a:lvl6pPr marR="0" lvl="5"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6pPr>
            <a:lvl7pPr marR="0" lvl="6"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7pPr>
            <a:lvl8pPr marR="0" lvl="7"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8pPr>
            <a:lvl9pPr marR="0" lvl="8" algn="ctr" rtl="0">
              <a:lnSpc>
                <a:spcPct val="100000"/>
              </a:lnSpc>
              <a:spcBef>
                <a:spcPts val="0"/>
              </a:spcBef>
              <a:spcAft>
                <a:spcPts val="0"/>
              </a:spcAft>
              <a:buClr>
                <a:schemeClr val="lt1"/>
              </a:buClr>
              <a:buSzPts val="1400"/>
              <a:buFont typeface="Squada One"/>
              <a:buNone/>
              <a:defRPr sz="1400" b="0" i="0" u="none" strike="noStrike" cap="none">
                <a:solidFill>
                  <a:schemeClr val="lt1"/>
                </a:solidFill>
                <a:latin typeface="Squada One"/>
                <a:ea typeface="Squada One"/>
                <a:cs typeface="Squada One"/>
                <a:sym typeface="Squada One"/>
              </a:defRPr>
            </a:lvl9pPr>
          </a:lstStyle>
          <a:p>
            <a:r>
              <a:rPr lang="uk-UA">
                <a:latin typeface="Nunito"/>
                <a:ea typeface="Nunito"/>
                <a:cs typeface="Nunito"/>
                <a:sym typeface="Nunito"/>
              </a:rPr>
              <a:t>ВИДИ ХОСТИНГУ</a:t>
            </a:r>
            <a:endParaRPr lang="uk-UA" dirty="0">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3"/>
          <p:cNvSpPr txBox="1"/>
          <p:nvPr/>
        </p:nvSpPr>
        <p:spPr>
          <a:xfrm flipH="1">
            <a:off x="5306675" y="565625"/>
            <a:ext cx="3727800" cy="57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Віртуальний виділений сервер</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77BE9C"/>
                </a:solidFill>
                <a:latin typeface="Nunito"/>
                <a:ea typeface="Nunito"/>
                <a:cs typeface="Nunito"/>
                <a:sym typeface="Nunito"/>
              </a:rPr>
              <a:t>Virtual Dedicated Server</a:t>
            </a:r>
            <a:endParaRPr>
              <a:solidFill>
                <a:srgbClr val="77BE9C"/>
              </a:solidFill>
              <a:latin typeface="Nunito"/>
              <a:ea typeface="Nunito"/>
              <a:cs typeface="Nunito"/>
              <a:sym typeface="Nunito"/>
            </a:endParaRPr>
          </a:p>
        </p:txBody>
      </p:sp>
      <p:sp>
        <p:nvSpPr>
          <p:cNvPr id="229" name="Google Shape;229;p23"/>
          <p:cNvSpPr txBox="1"/>
          <p:nvPr/>
        </p:nvSpPr>
        <p:spPr>
          <a:xfrm>
            <a:off x="1156175" y="1556400"/>
            <a:ext cx="63069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solidFill>
                  <a:srgbClr val="F8FAFB"/>
                </a:solidFill>
                <a:latin typeface="Nunito"/>
                <a:ea typeface="Nunito"/>
                <a:cs typeface="Nunito"/>
                <a:sym typeface="Nunito"/>
              </a:rPr>
              <a:t>Також відомий як віртуальний приватний сервер (Virtual Private Server - VPS), розділяє серверні ресурси на віртуальні сервери. VPS часто виділяють ресурси на основі взаємозв'язку одного сервера з багатьма VPS, однак віртуалізація може бути здійснена з ряду причин, включаючи можливість переміщення контейнера VPS між серверами. Користувачі можуть мати root-доступ до власного віртуального простору. Клієнти іноді несуть відповідальність за виправлення та обслуговування сервера (некерований сервер), або постачальник послуг VPS може надавати адміністрування завдань сервера для клієнта (керований сервер).</a:t>
            </a:r>
            <a:endParaRPr>
              <a:solidFill>
                <a:srgbClr val="F8FAFB"/>
              </a:solidFill>
              <a:latin typeface="Nunito"/>
              <a:ea typeface="Nunito"/>
              <a:cs typeface="Nunito"/>
              <a:sym typeface="Nunito"/>
            </a:endParaRPr>
          </a:p>
        </p:txBody>
      </p:sp>
      <p:pic>
        <p:nvPicPr>
          <p:cNvPr id="230" name="Google Shape;230;p23"/>
          <p:cNvPicPr preferRelativeResize="0"/>
          <p:nvPr/>
        </p:nvPicPr>
        <p:blipFill>
          <a:blip r:embed="rId3">
            <a:alphaModFix/>
          </a:blip>
          <a:stretch>
            <a:fillRect/>
          </a:stretch>
        </p:blipFill>
        <p:spPr>
          <a:xfrm>
            <a:off x="7063200" y="2675518"/>
            <a:ext cx="3818651" cy="3981531"/>
          </a:xfrm>
          <a:prstGeom prst="rect">
            <a:avLst/>
          </a:prstGeom>
          <a:noFill/>
          <a:ln>
            <a:noFill/>
          </a:ln>
        </p:spPr>
      </p:pic>
      <p:sp>
        <p:nvSpPr>
          <p:cNvPr id="5" name="Google Shape;182;p21">
            <a:extLst>
              <a:ext uri="{FF2B5EF4-FFF2-40B4-BE49-F238E27FC236}">
                <a16:creationId xmlns:a16="http://schemas.microsoft.com/office/drawing/2014/main" id="{B8C006F0-7BC8-BA68-FEB9-B397451B085E}"/>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4"/>
          <p:cNvSpPr txBox="1"/>
          <p:nvPr/>
        </p:nvSpPr>
        <p:spPr>
          <a:xfrm flipH="1">
            <a:off x="6134475" y="558275"/>
            <a:ext cx="28926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Виділений сервер</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6CA487"/>
                </a:solidFill>
              </a:rPr>
              <a:t>Dedicated hosting service</a:t>
            </a:r>
            <a:endParaRPr>
              <a:solidFill>
                <a:srgbClr val="6CA487"/>
              </a:solidFill>
              <a:latin typeface="Nunito"/>
              <a:ea typeface="Nunito"/>
              <a:cs typeface="Nunito"/>
              <a:sym typeface="Nunito"/>
            </a:endParaRPr>
          </a:p>
        </p:txBody>
      </p:sp>
      <p:sp>
        <p:nvSpPr>
          <p:cNvPr id="237" name="Google Shape;237;p24"/>
          <p:cNvSpPr txBox="1"/>
          <p:nvPr/>
        </p:nvSpPr>
        <p:spPr>
          <a:xfrm>
            <a:off x="653255" y="1324175"/>
            <a:ext cx="6306900" cy="29546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00" dirty="0">
                <a:solidFill>
                  <a:srgbClr val="F8FAFB"/>
                </a:solidFill>
                <a:latin typeface="Nunito"/>
                <a:ea typeface="Nunito"/>
                <a:cs typeface="Nunito"/>
                <a:sym typeface="Nunito"/>
              </a:rPr>
              <a:t>Надається сервер цілком. Використовується для реалізації нестандартних завдань (сервісів), а також розміщення «важких» вебпроектів, які не можуть співіснувати на одному сервері з іншими проектами і вимагають для себе всі ресурси сервера. Виділений сервер вважається найбільш ефективним, і водночас найбільш дорогим рішенням серед усіх видів хостингу. Управління таким сервером потребує від користувача більше технічних знань і навичок, ніж управління віртуальним хостингом.</a:t>
            </a:r>
            <a:endParaRPr sz="1800" dirty="0">
              <a:solidFill>
                <a:srgbClr val="F8FAFB"/>
              </a:solidFill>
              <a:latin typeface="Nunito"/>
              <a:ea typeface="Nunito"/>
              <a:cs typeface="Nunito"/>
              <a:sym typeface="Nunito"/>
            </a:endParaRPr>
          </a:p>
        </p:txBody>
      </p:sp>
      <p:pic>
        <p:nvPicPr>
          <p:cNvPr id="238" name="Google Shape;238;p24"/>
          <p:cNvPicPr preferRelativeResize="0"/>
          <p:nvPr/>
        </p:nvPicPr>
        <p:blipFill>
          <a:blip r:embed="rId3">
            <a:alphaModFix/>
          </a:blip>
          <a:stretch>
            <a:fillRect/>
          </a:stretch>
        </p:blipFill>
        <p:spPr>
          <a:xfrm>
            <a:off x="6368300" y="3231550"/>
            <a:ext cx="2812749" cy="2541916"/>
          </a:xfrm>
          <a:prstGeom prst="rect">
            <a:avLst/>
          </a:prstGeom>
          <a:noFill/>
          <a:ln>
            <a:noFill/>
          </a:ln>
        </p:spPr>
      </p:pic>
      <p:sp>
        <p:nvSpPr>
          <p:cNvPr id="5" name="Google Shape;182;p21">
            <a:extLst>
              <a:ext uri="{FF2B5EF4-FFF2-40B4-BE49-F238E27FC236}">
                <a16:creationId xmlns:a16="http://schemas.microsoft.com/office/drawing/2014/main" id="{3AA28A95-1130-2B1C-E881-B95032357203}"/>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p:nvPr/>
        </p:nvSpPr>
        <p:spPr>
          <a:xfrm flipH="1">
            <a:off x="6134475" y="558275"/>
            <a:ext cx="28926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Сервіс керованого хостингу</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6CA487"/>
                </a:solidFill>
              </a:rPr>
              <a:t>Managed hosting service</a:t>
            </a:r>
            <a:endParaRPr>
              <a:solidFill>
                <a:srgbClr val="6CA487"/>
              </a:solidFill>
              <a:latin typeface="Nunito"/>
              <a:ea typeface="Nunito"/>
              <a:cs typeface="Nunito"/>
              <a:sym typeface="Nunito"/>
            </a:endParaRPr>
          </a:p>
        </p:txBody>
      </p:sp>
      <p:sp>
        <p:nvSpPr>
          <p:cNvPr id="245" name="Google Shape;245;p25"/>
          <p:cNvSpPr txBox="1"/>
          <p:nvPr/>
        </p:nvSpPr>
        <p:spPr>
          <a:xfrm>
            <a:off x="1036320" y="1409700"/>
            <a:ext cx="6730605" cy="2400627"/>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s" sz="1600" dirty="0">
                <a:solidFill>
                  <a:srgbClr val="F8FAFB"/>
                </a:solidFill>
                <a:latin typeface="Nunito"/>
                <a:ea typeface="Nunito"/>
                <a:cs typeface="Nunito"/>
                <a:sym typeface="Nunito"/>
              </a:rPr>
              <a:t>Користувач отримує власний веб-сервер, але не має повного контролю над ним (користувачеві відмовлено в root-доступі для Linux/ адміністратора для Windows); однак їм дозволяється керувати своїми даними за допомогою FTP або інших інструментів віддаленого управління. Користувачеві заборонено повний доступ, щоб постачальник міг гарантувати якість обслуговування, не дозволяючи користувачеві змінювати сервер або створювати потенційні проблеми з конфігурацією. Користувач, як правило, не є власником сервера. Сервер здається в оренду клієнту.</a:t>
            </a:r>
            <a:endParaRPr sz="1600" dirty="0">
              <a:solidFill>
                <a:srgbClr val="F8FAFB"/>
              </a:solidFill>
              <a:latin typeface="Nunito"/>
              <a:ea typeface="Nunito"/>
              <a:cs typeface="Nunito"/>
              <a:sym typeface="Nunito"/>
            </a:endParaRPr>
          </a:p>
        </p:txBody>
      </p:sp>
      <p:grpSp>
        <p:nvGrpSpPr>
          <p:cNvPr id="246" name="Google Shape;246;p25"/>
          <p:cNvGrpSpPr/>
          <p:nvPr/>
        </p:nvGrpSpPr>
        <p:grpSpPr>
          <a:xfrm>
            <a:off x="155358" y="4028777"/>
            <a:ext cx="815502" cy="1005765"/>
            <a:chOff x="2275125" y="950775"/>
            <a:chExt cx="2803375" cy="3729200"/>
          </a:xfrm>
        </p:grpSpPr>
        <p:sp>
          <p:nvSpPr>
            <p:cNvPr id="247" name="Google Shape;247;p25"/>
            <p:cNvSpPr/>
            <p:nvPr/>
          </p:nvSpPr>
          <p:spPr>
            <a:xfrm>
              <a:off x="3673300" y="1792200"/>
              <a:ext cx="1405200" cy="2046300"/>
            </a:xfrm>
            <a:custGeom>
              <a:avLst/>
              <a:gdLst/>
              <a:ahLst/>
              <a:cxnLst/>
              <a:rect l="l" t="t" r="r" b="b"/>
              <a:pathLst>
                <a:path w="56208" h="81852" extrusionOk="0">
                  <a:moveTo>
                    <a:pt x="33698" y="1"/>
                  </a:moveTo>
                  <a:cubicBezTo>
                    <a:pt x="29961" y="1"/>
                    <a:pt x="26124" y="952"/>
                    <a:pt x="22505" y="3039"/>
                  </a:cubicBezTo>
                  <a:cubicBezTo>
                    <a:pt x="8593" y="11073"/>
                    <a:pt x="16" y="25916"/>
                    <a:pt x="16" y="41984"/>
                  </a:cubicBezTo>
                  <a:lnTo>
                    <a:pt x="16" y="70475"/>
                  </a:lnTo>
                  <a:cubicBezTo>
                    <a:pt x="1" y="73965"/>
                    <a:pt x="1878" y="77206"/>
                    <a:pt x="4917" y="78943"/>
                  </a:cubicBezTo>
                  <a:cubicBezTo>
                    <a:pt x="8267" y="80882"/>
                    <a:pt x="12009" y="81851"/>
                    <a:pt x="15751" y="81851"/>
                  </a:cubicBezTo>
                  <a:cubicBezTo>
                    <a:pt x="19492" y="81851"/>
                    <a:pt x="23234" y="80882"/>
                    <a:pt x="26584" y="78943"/>
                  </a:cubicBezTo>
                  <a:lnTo>
                    <a:pt x="51291" y="64690"/>
                  </a:lnTo>
                  <a:cubicBezTo>
                    <a:pt x="54346" y="62953"/>
                    <a:pt x="56207" y="59711"/>
                    <a:pt x="56192" y="56206"/>
                  </a:cubicBezTo>
                  <a:lnTo>
                    <a:pt x="56192" y="22488"/>
                  </a:lnTo>
                  <a:cubicBezTo>
                    <a:pt x="56192" y="9384"/>
                    <a:pt x="45433" y="1"/>
                    <a:pt x="33698" y="1"/>
                  </a:cubicBez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5"/>
            <p:cNvSpPr/>
            <p:nvPr/>
          </p:nvSpPr>
          <p:spPr>
            <a:xfrm>
              <a:off x="3748150" y="950775"/>
              <a:ext cx="1210150" cy="1164075"/>
            </a:xfrm>
            <a:custGeom>
              <a:avLst/>
              <a:gdLst/>
              <a:ahLst/>
              <a:cxnLst/>
              <a:rect l="l" t="t" r="r" b="b"/>
              <a:pathLst>
                <a:path w="48406" h="46563" extrusionOk="0">
                  <a:moveTo>
                    <a:pt x="25087" y="1"/>
                  </a:moveTo>
                  <a:cubicBezTo>
                    <a:pt x="15673" y="1"/>
                    <a:pt x="7207" y="5673"/>
                    <a:pt x="3598" y="14362"/>
                  </a:cubicBezTo>
                  <a:cubicBezTo>
                    <a:pt x="0" y="23063"/>
                    <a:pt x="1985" y="33083"/>
                    <a:pt x="8655" y="39736"/>
                  </a:cubicBezTo>
                  <a:cubicBezTo>
                    <a:pt x="13105" y="44197"/>
                    <a:pt x="19062" y="46563"/>
                    <a:pt x="25123" y="46563"/>
                  </a:cubicBezTo>
                  <a:cubicBezTo>
                    <a:pt x="28123" y="46563"/>
                    <a:pt x="31148" y="45983"/>
                    <a:pt x="34028" y="44792"/>
                  </a:cubicBezTo>
                  <a:cubicBezTo>
                    <a:pt x="42729" y="41179"/>
                    <a:pt x="48405" y="32695"/>
                    <a:pt x="48405" y="23281"/>
                  </a:cubicBezTo>
                  <a:cubicBezTo>
                    <a:pt x="48405" y="10423"/>
                    <a:pt x="37983" y="1"/>
                    <a:pt x="25126" y="1"/>
                  </a:cubicBezTo>
                  <a:cubicBezTo>
                    <a:pt x="25113" y="1"/>
                    <a:pt x="25100" y="1"/>
                    <a:pt x="25087" y="1"/>
                  </a:cubicBez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5"/>
            <p:cNvSpPr/>
            <p:nvPr/>
          </p:nvSpPr>
          <p:spPr>
            <a:xfrm>
              <a:off x="2275125" y="2591500"/>
              <a:ext cx="1405200" cy="2046125"/>
            </a:xfrm>
            <a:custGeom>
              <a:avLst/>
              <a:gdLst/>
              <a:ahLst/>
              <a:cxnLst/>
              <a:rect l="l" t="t" r="r" b="b"/>
              <a:pathLst>
                <a:path w="56208" h="81845" extrusionOk="0">
                  <a:moveTo>
                    <a:pt x="33717" y="1"/>
                  </a:moveTo>
                  <a:cubicBezTo>
                    <a:pt x="29978" y="1"/>
                    <a:pt x="26140" y="955"/>
                    <a:pt x="22520" y="3048"/>
                  </a:cubicBezTo>
                  <a:cubicBezTo>
                    <a:pt x="8593" y="11082"/>
                    <a:pt x="32" y="25925"/>
                    <a:pt x="32" y="41993"/>
                  </a:cubicBezTo>
                  <a:lnTo>
                    <a:pt x="32" y="70468"/>
                  </a:lnTo>
                  <a:cubicBezTo>
                    <a:pt x="1" y="73958"/>
                    <a:pt x="1877" y="77215"/>
                    <a:pt x="4917" y="78936"/>
                  </a:cubicBezTo>
                  <a:cubicBezTo>
                    <a:pt x="8275" y="80875"/>
                    <a:pt x="12017" y="81845"/>
                    <a:pt x="15756" y="81845"/>
                  </a:cubicBezTo>
                  <a:cubicBezTo>
                    <a:pt x="19496" y="81845"/>
                    <a:pt x="23234" y="80875"/>
                    <a:pt x="26584" y="78936"/>
                  </a:cubicBezTo>
                  <a:lnTo>
                    <a:pt x="51291" y="64683"/>
                  </a:lnTo>
                  <a:cubicBezTo>
                    <a:pt x="54346" y="62946"/>
                    <a:pt x="56207" y="59705"/>
                    <a:pt x="56192" y="56199"/>
                  </a:cubicBezTo>
                  <a:lnTo>
                    <a:pt x="56192" y="22482"/>
                  </a:lnTo>
                  <a:cubicBezTo>
                    <a:pt x="56192" y="9382"/>
                    <a:pt x="45440" y="1"/>
                    <a:pt x="33717" y="1"/>
                  </a:cubicBez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5"/>
            <p:cNvSpPr/>
            <p:nvPr/>
          </p:nvSpPr>
          <p:spPr>
            <a:xfrm>
              <a:off x="2349950" y="1749900"/>
              <a:ext cx="1210175" cy="1164100"/>
            </a:xfrm>
            <a:custGeom>
              <a:avLst/>
              <a:gdLst/>
              <a:ahLst/>
              <a:cxnLst/>
              <a:rect l="l" t="t" r="r" b="b"/>
              <a:pathLst>
                <a:path w="48407" h="46564" extrusionOk="0">
                  <a:moveTo>
                    <a:pt x="25126" y="1"/>
                  </a:moveTo>
                  <a:cubicBezTo>
                    <a:pt x="15697" y="1"/>
                    <a:pt x="7213" y="5677"/>
                    <a:pt x="3615" y="14363"/>
                  </a:cubicBezTo>
                  <a:cubicBezTo>
                    <a:pt x="1" y="23064"/>
                    <a:pt x="2002" y="33083"/>
                    <a:pt x="8655" y="39736"/>
                  </a:cubicBezTo>
                  <a:cubicBezTo>
                    <a:pt x="13106" y="44198"/>
                    <a:pt x="19063" y="46563"/>
                    <a:pt x="25124" y="46563"/>
                  </a:cubicBezTo>
                  <a:cubicBezTo>
                    <a:pt x="28123" y="46563"/>
                    <a:pt x="31148" y="45984"/>
                    <a:pt x="34029" y="44793"/>
                  </a:cubicBezTo>
                  <a:cubicBezTo>
                    <a:pt x="42730" y="41194"/>
                    <a:pt x="48406" y="32695"/>
                    <a:pt x="48406" y="23281"/>
                  </a:cubicBezTo>
                  <a:cubicBezTo>
                    <a:pt x="48406" y="10423"/>
                    <a:pt x="37984" y="1"/>
                    <a:pt x="25126" y="1"/>
                  </a:cubicBezTo>
                  <a:close/>
                </a:path>
              </a:pathLst>
            </a:custGeom>
            <a:solidFill>
              <a:srgbClr val="0DA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5"/>
            <p:cNvSpPr/>
            <p:nvPr/>
          </p:nvSpPr>
          <p:spPr>
            <a:xfrm>
              <a:off x="3523250" y="2633775"/>
              <a:ext cx="1405575" cy="2046200"/>
            </a:xfrm>
            <a:custGeom>
              <a:avLst/>
              <a:gdLst/>
              <a:ahLst/>
              <a:cxnLst/>
              <a:rect l="l" t="t" r="r" b="b"/>
              <a:pathLst>
                <a:path w="56223" h="81848" extrusionOk="0">
                  <a:moveTo>
                    <a:pt x="33718" y="0"/>
                  </a:moveTo>
                  <a:cubicBezTo>
                    <a:pt x="29978" y="0"/>
                    <a:pt x="26140" y="955"/>
                    <a:pt x="22521" y="3048"/>
                  </a:cubicBezTo>
                  <a:cubicBezTo>
                    <a:pt x="8593" y="11082"/>
                    <a:pt x="32" y="25924"/>
                    <a:pt x="32" y="41992"/>
                  </a:cubicBezTo>
                  <a:lnTo>
                    <a:pt x="32" y="70468"/>
                  </a:lnTo>
                  <a:cubicBezTo>
                    <a:pt x="1" y="73973"/>
                    <a:pt x="1877" y="77214"/>
                    <a:pt x="4917" y="78952"/>
                  </a:cubicBezTo>
                  <a:cubicBezTo>
                    <a:pt x="8275" y="80882"/>
                    <a:pt x="12017" y="81848"/>
                    <a:pt x="15756" y="81848"/>
                  </a:cubicBezTo>
                  <a:cubicBezTo>
                    <a:pt x="19496" y="81848"/>
                    <a:pt x="23234" y="80882"/>
                    <a:pt x="26584" y="78952"/>
                  </a:cubicBezTo>
                  <a:lnTo>
                    <a:pt x="51291" y="64683"/>
                  </a:lnTo>
                  <a:cubicBezTo>
                    <a:pt x="54346" y="62946"/>
                    <a:pt x="56223" y="59704"/>
                    <a:pt x="56192" y="56199"/>
                  </a:cubicBezTo>
                  <a:lnTo>
                    <a:pt x="56192" y="22497"/>
                  </a:lnTo>
                  <a:cubicBezTo>
                    <a:pt x="56203" y="9385"/>
                    <a:pt x="45445" y="0"/>
                    <a:pt x="33718" y="0"/>
                  </a:cubicBez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5"/>
            <p:cNvSpPr/>
            <p:nvPr/>
          </p:nvSpPr>
          <p:spPr>
            <a:xfrm>
              <a:off x="3598100" y="1792175"/>
              <a:ext cx="1210150" cy="1164100"/>
            </a:xfrm>
            <a:custGeom>
              <a:avLst/>
              <a:gdLst/>
              <a:ahLst/>
              <a:cxnLst/>
              <a:rect l="l" t="t" r="r" b="b"/>
              <a:pathLst>
                <a:path w="48406" h="46564" extrusionOk="0">
                  <a:moveTo>
                    <a:pt x="25125" y="0"/>
                  </a:moveTo>
                  <a:cubicBezTo>
                    <a:pt x="15696" y="0"/>
                    <a:pt x="7212" y="5677"/>
                    <a:pt x="3614" y="14378"/>
                  </a:cubicBezTo>
                  <a:cubicBezTo>
                    <a:pt x="0" y="23079"/>
                    <a:pt x="2001" y="33082"/>
                    <a:pt x="8654" y="39751"/>
                  </a:cubicBezTo>
                  <a:cubicBezTo>
                    <a:pt x="13104" y="44201"/>
                    <a:pt x="19059" y="46563"/>
                    <a:pt x="25119" y="46563"/>
                  </a:cubicBezTo>
                  <a:cubicBezTo>
                    <a:pt x="28120" y="46563"/>
                    <a:pt x="31146" y="45984"/>
                    <a:pt x="34028" y="44792"/>
                  </a:cubicBezTo>
                  <a:cubicBezTo>
                    <a:pt x="42729" y="41194"/>
                    <a:pt x="48405" y="32695"/>
                    <a:pt x="48405" y="23280"/>
                  </a:cubicBezTo>
                  <a:cubicBezTo>
                    <a:pt x="48405" y="10423"/>
                    <a:pt x="37983" y="0"/>
                    <a:pt x="25125" y="0"/>
                  </a:cubicBez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182;p21">
            <a:extLst>
              <a:ext uri="{FF2B5EF4-FFF2-40B4-BE49-F238E27FC236}">
                <a16:creationId xmlns:a16="http://schemas.microsoft.com/office/drawing/2014/main" id="{608DB18F-3E9D-5C19-D3E0-96F579C0A955}"/>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6"/>
          <p:cNvSpPr txBox="1"/>
          <p:nvPr/>
        </p:nvSpPr>
        <p:spPr>
          <a:xfrm flipH="1">
            <a:off x="6134475" y="558275"/>
            <a:ext cx="28926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Colocation хостинг</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6CA487"/>
                </a:solidFill>
              </a:rPr>
              <a:t>Colocation web hosting service</a:t>
            </a:r>
            <a:endParaRPr>
              <a:solidFill>
                <a:srgbClr val="6CA487"/>
              </a:solidFill>
              <a:latin typeface="Nunito"/>
              <a:ea typeface="Nunito"/>
              <a:cs typeface="Nunito"/>
              <a:sym typeface="Nunito"/>
            </a:endParaRPr>
          </a:p>
        </p:txBody>
      </p:sp>
      <p:sp>
        <p:nvSpPr>
          <p:cNvPr id="259" name="Google Shape;259;p26"/>
          <p:cNvSpPr txBox="1"/>
          <p:nvPr/>
        </p:nvSpPr>
        <p:spPr>
          <a:xfrm>
            <a:off x="805795" y="1236105"/>
            <a:ext cx="7504960" cy="2400627"/>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s" sz="1800">
                <a:solidFill>
                  <a:srgbClr val="F8FAFB"/>
                </a:solidFill>
                <a:latin typeface="Nunito"/>
                <a:ea typeface="Nunito"/>
                <a:cs typeface="Nunito"/>
                <a:sym typeface="Nunito"/>
              </a:rPr>
              <a:t> Надання місця в дата центрі провайдера для обладнання клієнта (зазвичай шляхом монтажу в стійці) і підключення його до Інтернету. Дає можливість користуватися інфраструктурою дата центру, а саме системами охолодження повітря, пожежної безпеки тощо. Цією послугою користуються переважно досвідчені клієнти, що мають достатньо навичок для підключення і адміністрування власних серверів, або компанії, що самі надають інформаційні послуги.</a:t>
            </a:r>
            <a:endParaRPr sz="1800">
              <a:solidFill>
                <a:srgbClr val="F8FAFB"/>
              </a:solidFill>
              <a:latin typeface="Nunito"/>
              <a:ea typeface="Nunito"/>
              <a:cs typeface="Nunito"/>
              <a:sym typeface="Nunito"/>
            </a:endParaRPr>
          </a:p>
        </p:txBody>
      </p:sp>
      <p:grpSp>
        <p:nvGrpSpPr>
          <p:cNvPr id="260" name="Google Shape;260;p26"/>
          <p:cNvGrpSpPr/>
          <p:nvPr/>
        </p:nvGrpSpPr>
        <p:grpSpPr>
          <a:xfrm>
            <a:off x="7009854" y="3590507"/>
            <a:ext cx="1743984" cy="1418779"/>
            <a:chOff x="359575" y="3579275"/>
            <a:chExt cx="2310525" cy="1879675"/>
          </a:xfrm>
        </p:grpSpPr>
        <p:sp>
          <p:nvSpPr>
            <p:cNvPr id="261" name="Google Shape;261;p26"/>
            <p:cNvSpPr/>
            <p:nvPr/>
          </p:nvSpPr>
          <p:spPr>
            <a:xfrm>
              <a:off x="1507275" y="3765225"/>
              <a:ext cx="841925" cy="1024075"/>
            </a:xfrm>
            <a:custGeom>
              <a:avLst/>
              <a:gdLst/>
              <a:ahLst/>
              <a:cxnLst/>
              <a:rect l="l" t="t" r="r" b="b"/>
              <a:pathLst>
                <a:path w="33677" h="40963" extrusionOk="0">
                  <a:moveTo>
                    <a:pt x="189" y="0"/>
                  </a:moveTo>
                  <a:lnTo>
                    <a:pt x="1" y="21633"/>
                  </a:lnTo>
                  <a:lnTo>
                    <a:pt x="33488" y="40963"/>
                  </a:lnTo>
                  <a:lnTo>
                    <a:pt x="33676" y="19330"/>
                  </a:lnTo>
                  <a:lnTo>
                    <a:pt x="189" y="0"/>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675750" y="3765225"/>
              <a:ext cx="836275" cy="1024075"/>
            </a:xfrm>
            <a:custGeom>
              <a:avLst/>
              <a:gdLst/>
              <a:ahLst/>
              <a:cxnLst/>
              <a:rect l="l" t="t" r="r" b="b"/>
              <a:pathLst>
                <a:path w="33451" h="40963" extrusionOk="0">
                  <a:moveTo>
                    <a:pt x="33450" y="0"/>
                  </a:moveTo>
                  <a:lnTo>
                    <a:pt x="190" y="19330"/>
                  </a:lnTo>
                  <a:lnTo>
                    <a:pt x="1" y="40963"/>
                  </a:lnTo>
                  <a:lnTo>
                    <a:pt x="33262" y="21633"/>
                  </a:lnTo>
                  <a:lnTo>
                    <a:pt x="33450" y="0"/>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359575" y="3579275"/>
              <a:ext cx="2310525" cy="1338400"/>
            </a:xfrm>
            <a:custGeom>
              <a:avLst/>
              <a:gdLst/>
              <a:ahLst/>
              <a:cxnLst/>
              <a:rect l="l" t="t" r="r" b="b"/>
              <a:pathLst>
                <a:path w="92421" h="53536" extrusionOk="0">
                  <a:moveTo>
                    <a:pt x="46097" y="7438"/>
                  </a:moveTo>
                  <a:lnTo>
                    <a:pt x="79584" y="26768"/>
                  </a:lnTo>
                  <a:lnTo>
                    <a:pt x="46324" y="46098"/>
                  </a:lnTo>
                  <a:lnTo>
                    <a:pt x="12837" y="26768"/>
                  </a:lnTo>
                  <a:lnTo>
                    <a:pt x="46097" y="7438"/>
                  </a:lnTo>
                  <a:close/>
                  <a:moveTo>
                    <a:pt x="46041" y="1"/>
                  </a:moveTo>
                  <a:lnTo>
                    <a:pt x="1" y="26768"/>
                  </a:lnTo>
                  <a:lnTo>
                    <a:pt x="46362" y="53535"/>
                  </a:lnTo>
                  <a:lnTo>
                    <a:pt x="92421" y="26768"/>
                  </a:lnTo>
                  <a:lnTo>
                    <a:pt x="46041"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1504967" y="4248475"/>
              <a:ext cx="1156225" cy="1210475"/>
            </a:xfrm>
            <a:custGeom>
              <a:avLst/>
              <a:gdLst/>
              <a:ahLst/>
              <a:cxnLst/>
              <a:rect l="l" t="t" r="r" b="b"/>
              <a:pathLst>
                <a:path w="46249" h="48419" extrusionOk="0">
                  <a:moveTo>
                    <a:pt x="46249" y="0"/>
                  </a:moveTo>
                  <a:lnTo>
                    <a:pt x="190" y="26767"/>
                  </a:lnTo>
                  <a:lnTo>
                    <a:pt x="1" y="48419"/>
                  </a:lnTo>
                  <a:lnTo>
                    <a:pt x="46060" y="21652"/>
                  </a:lnTo>
                  <a:lnTo>
                    <a:pt x="46249" y="0"/>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363308" y="4248475"/>
              <a:ext cx="1164225" cy="1210475"/>
            </a:xfrm>
            <a:custGeom>
              <a:avLst/>
              <a:gdLst/>
              <a:ahLst/>
              <a:cxnLst/>
              <a:rect l="l" t="t" r="r" b="b"/>
              <a:pathLst>
                <a:path w="46569" h="48419" extrusionOk="0">
                  <a:moveTo>
                    <a:pt x="208" y="0"/>
                  </a:moveTo>
                  <a:lnTo>
                    <a:pt x="0" y="21633"/>
                  </a:lnTo>
                  <a:lnTo>
                    <a:pt x="46380" y="48419"/>
                  </a:lnTo>
                  <a:lnTo>
                    <a:pt x="46569" y="26767"/>
                  </a:lnTo>
                  <a:lnTo>
                    <a:pt x="208" y="0"/>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26"/>
          <p:cNvGrpSpPr/>
          <p:nvPr/>
        </p:nvGrpSpPr>
        <p:grpSpPr>
          <a:xfrm>
            <a:off x="7659434" y="3394335"/>
            <a:ext cx="444825" cy="758074"/>
            <a:chOff x="2654325" y="582200"/>
            <a:chExt cx="2598275" cy="4428000"/>
          </a:xfrm>
        </p:grpSpPr>
        <p:sp>
          <p:nvSpPr>
            <p:cNvPr id="267" name="Google Shape;267;p26"/>
            <p:cNvSpPr/>
            <p:nvPr/>
          </p:nvSpPr>
          <p:spPr>
            <a:xfrm>
              <a:off x="2654325" y="582200"/>
              <a:ext cx="2597875" cy="4427950"/>
            </a:xfrm>
            <a:custGeom>
              <a:avLst/>
              <a:gdLst/>
              <a:ahLst/>
              <a:cxnLst/>
              <a:rect l="l" t="t" r="r" b="b"/>
              <a:pathLst>
                <a:path w="103915" h="177118" extrusionOk="0">
                  <a:moveTo>
                    <a:pt x="58797" y="14309"/>
                  </a:moveTo>
                  <a:lnTo>
                    <a:pt x="68460" y="19893"/>
                  </a:lnTo>
                  <a:cubicBezTo>
                    <a:pt x="69127" y="20327"/>
                    <a:pt x="69561" y="21056"/>
                    <a:pt x="69592" y="21863"/>
                  </a:cubicBezTo>
                  <a:lnTo>
                    <a:pt x="69577" y="30362"/>
                  </a:lnTo>
                  <a:lnTo>
                    <a:pt x="70879" y="31122"/>
                  </a:lnTo>
                  <a:lnTo>
                    <a:pt x="70879" y="52277"/>
                  </a:lnTo>
                  <a:lnTo>
                    <a:pt x="57743" y="44693"/>
                  </a:lnTo>
                  <a:lnTo>
                    <a:pt x="57743" y="17783"/>
                  </a:lnTo>
                  <a:lnTo>
                    <a:pt x="58797" y="17179"/>
                  </a:lnTo>
                  <a:lnTo>
                    <a:pt x="58797" y="14309"/>
                  </a:lnTo>
                  <a:close/>
                  <a:moveTo>
                    <a:pt x="55831" y="1"/>
                  </a:moveTo>
                  <a:cubicBezTo>
                    <a:pt x="55410" y="1"/>
                    <a:pt x="55029" y="99"/>
                    <a:pt x="54703" y="289"/>
                  </a:cubicBezTo>
                  <a:lnTo>
                    <a:pt x="48716" y="3778"/>
                  </a:lnTo>
                  <a:cubicBezTo>
                    <a:pt x="47941" y="4228"/>
                    <a:pt x="47460" y="5174"/>
                    <a:pt x="47445" y="6524"/>
                  </a:cubicBezTo>
                  <a:lnTo>
                    <a:pt x="47445" y="17582"/>
                  </a:lnTo>
                  <a:lnTo>
                    <a:pt x="48763" y="18357"/>
                  </a:lnTo>
                  <a:lnTo>
                    <a:pt x="48763" y="39512"/>
                  </a:lnTo>
                  <a:lnTo>
                    <a:pt x="35161" y="31649"/>
                  </a:lnTo>
                  <a:cubicBezTo>
                    <a:pt x="33813" y="30876"/>
                    <a:pt x="32544" y="30510"/>
                    <a:pt x="31422" y="30510"/>
                  </a:cubicBezTo>
                  <a:cubicBezTo>
                    <a:pt x="30607" y="30510"/>
                    <a:pt x="29869" y="30703"/>
                    <a:pt x="29236" y="31075"/>
                  </a:cubicBezTo>
                  <a:lnTo>
                    <a:pt x="16379" y="38551"/>
                  </a:lnTo>
                  <a:lnTo>
                    <a:pt x="15945" y="38799"/>
                  </a:lnTo>
                  <a:lnTo>
                    <a:pt x="3537" y="46011"/>
                  </a:lnTo>
                  <a:lnTo>
                    <a:pt x="3553" y="46011"/>
                  </a:lnTo>
                  <a:cubicBezTo>
                    <a:pt x="2048" y="46879"/>
                    <a:pt x="1118" y="48725"/>
                    <a:pt x="1102" y="51377"/>
                  </a:cubicBezTo>
                  <a:lnTo>
                    <a:pt x="1040" y="72967"/>
                  </a:lnTo>
                  <a:cubicBezTo>
                    <a:pt x="513" y="73711"/>
                    <a:pt x="187" y="74766"/>
                    <a:pt x="187" y="76100"/>
                  </a:cubicBezTo>
                  <a:lnTo>
                    <a:pt x="16" y="137719"/>
                  </a:lnTo>
                  <a:cubicBezTo>
                    <a:pt x="1" y="141721"/>
                    <a:pt x="2808" y="146591"/>
                    <a:pt x="6298" y="148607"/>
                  </a:cubicBezTo>
                  <a:lnTo>
                    <a:pt x="43846" y="170274"/>
                  </a:lnTo>
                  <a:cubicBezTo>
                    <a:pt x="44860" y="170868"/>
                    <a:pt x="45820" y="171147"/>
                    <a:pt x="46672" y="171147"/>
                  </a:cubicBezTo>
                  <a:cubicBezTo>
                    <a:pt x="47333" y="171147"/>
                    <a:pt x="47929" y="170980"/>
                    <a:pt x="48437" y="170661"/>
                  </a:cubicBezTo>
                  <a:lnTo>
                    <a:pt x="48437" y="170661"/>
                  </a:lnTo>
                  <a:lnTo>
                    <a:pt x="48329" y="170724"/>
                  </a:lnTo>
                  <a:lnTo>
                    <a:pt x="49042" y="170305"/>
                  </a:lnTo>
                  <a:lnTo>
                    <a:pt x="58860" y="175981"/>
                  </a:lnTo>
                  <a:cubicBezTo>
                    <a:pt x="60202" y="176751"/>
                    <a:pt x="61471" y="177118"/>
                    <a:pt x="62597" y="177118"/>
                  </a:cubicBezTo>
                  <a:cubicBezTo>
                    <a:pt x="63423" y="177118"/>
                    <a:pt x="64172" y="176920"/>
                    <a:pt x="64815" y="176540"/>
                  </a:cubicBezTo>
                  <a:lnTo>
                    <a:pt x="64815" y="176540"/>
                  </a:lnTo>
                  <a:lnTo>
                    <a:pt x="64800" y="176555"/>
                  </a:lnTo>
                  <a:lnTo>
                    <a:pt x="77223" y="169328"/>
                  </a:lnTo>
                  <a:lnTo>
                    <a:pt x="77657" y="169080"/>
                  </a:lnTo>
                  <a:lnTo>
                    <a:pt x="83737" y="165543"/>
                  </a:lnTo>
                  <a:cubicBezTo>
                    <a:pt x="83969" y="167513"/>
                    <a:pt x="84807" y="168924"/>
                    <a:pt x="86032" y="169638"/>
                  </a:cubicBezTo>
                  <a:lnTo>
                    <a:pt x="90127" y="172042"/>
                  </a:lnTo>
                  <a:cubicBezTo>
                    <a:pt x="90080" y="172011"/>
                    <a:pt x="90049" y="171980"/>
                    <a:pt x="90003" y="171949"/>
                  </a:cubicBezTo>
                  <a:lnTo>
                    <a:pt x="90003" y="171949"/>
                  </a:lnTo>
                  <a:cubicBezTo>
                    <a:pt x="90646" y="172362"/>
                    <a:pt x="91408" y="172577"/>
                    <a:pt x="92253" y="172577"/>
                  </a:cubicBezTo>
                  <a:cubicBezTo>
                    <a:pt x="93343" y="172577"/>
                    <a:pt x="94572" y="172219"/>
                    <a:pt x="95865" y="171468"/>
                  </a:cubicBezTo>
                  <a:cubicBezTo>
                    <a:pt x="100332" y="168909"/>
                    <a:pt x="103915" y="162674"/>
                    <a:pt x="103915" y="157540"/>
                  </a:cubicBezTo>
                  <a:cubicBezTo>
                    <a:pt x="103899" y="154997"/>
                    <a:pt x="103000" y="153198"/>
                    <a:pt x="101542" y="152360"/>
                  </a:cubicBezTo>
                  <a:lnTo>
                    <a:pt x="101557" y="152360"/>
                  </a:lnTo>
                  <a:lnTo>
                    <a:pt x="97463" y="149972"/>
                  </a:lnTo>
                  <a:cubicBezTo>
                    <a:pt x="96846" y="149611"/>
                    <a:pt x="96129" y="149424"/>
                    <a:pt x="95339" y="149424"/>
                  </a:cubicBezTo>
                  <a:cubicBezTo>
                    <a:pt x="94600" y="149424"/>
                    <a:pt x="93797" y="149588"/>
                    <a:pt x="92949" y="149925"/>
                  </a:cubicBezTo>
                  <a:lnTo>
                    <a:pt x="93167" y="74735"/>
                  </a:lnTo>
                  <a:cubicBezTo>
                    <a:pt x="93182" y="69430"/>
                    <a:pt x="89460" y="62994"/>
                    <a:pt x="84853" y="60326"/>
                  </a:cubicBezTo>
                  <a:lnTo>
                    <a:pt x="79859" y="57457"/>
                  </a:lnTo>
                  <a:lnTo>
                    <a:pt x="79859" y="30594"/>
                  </a:lnTo>
                  <a:lnTo>
                    <a:pt x="80945" y="29974"/>
                  </a:lnTo>
                  <a:lnTo>
                    <a:pt x="80976" y="18916"/>
                  </a:lnTo>
                  <a:cubicBezTo>
                    <a:pt x="80976" y="16202"/>
                    <a:pt x="79068" y="12882"/>
                    <a:pt x="76711" y="11518"/>
                  </a:cubicBezTo>
                  <a:lnTo>
                    <a:pt x="57758" y="583"/>
                  </a:lnTo>
                  <a:cubicBezTo>
                    <a:pt x="57066" y="188"/>
                    <a:pt x="56411" y="1"/>
                    <a:pt x="55831" y="1"/>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3873775" y="910075"/>
              <a:ext cx="224525" cy="1094225"/>
            </a:xfrm>
            <a:custGeom>
              <a:avLst/>
              <a:gdLst/>
              <a:ahLst/>
              <a:cxnLst/>
              <a:rect l="l" t="t" r="r" b="b"/>
              <a:pathLst>
                <a:path w="8981" h="43769" extrusionOk="0">
                  <a:moveTo>
                    <a:pt x="0" y="0"/>
                  </a:moveTo>
                  <a:lnTo>
                    <a:pt x="0" y="43768"/>
                  </a:lnTo>
                  <a:lnTo>
                    <a:pt x="8980" y="43768"/>
                  </a:lnTo>
                  <a:lnTo>
                    <a:pt x="8980"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3974575" y="910075"/>
              <a:ext cx="123725" cy="1094225"/>
            </a:xfrm>
            <a:custGeom>
              <a:avLst/>
              <a:gdLst/>
              <a:ahLst/>
              <a:cxnLst/>
              <a:rect l="l" t="t" r="r" b="b"/>
              <a:pathLst>
                <a:path w="4949" h="43769" extrusionOk="0">
                  <a:moveTo>
                    <a:pt x="1" y="0"/>
                  </a:moveTo>
                  <a:lnTo>
                    <a:pt x="1" y="43768"/>
                  </a:lnTo>
                  <a:lnTo>
                    <a:pt x="4948" y="43768"/>
                  </a:lnTo>
                  <a:lnTo>
                    <a:pt x="4948" y="0"/>
                  </a:ln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4426675" y="1214825"/>
              <a:ext cx="224525" cy="1094625"/>
            </a:xfrm>
            <a:custGeom>
              <a:avLst/>
              <a:gdLst/>
              <a:ahLst/>
              <a:cxnLst/>
              <a:rect l="l" t="t" r="r" b="b"/>
              <a:pathLst>
                <a:path w="8981" h="43785" extrusionOk="0">
                  <a:moveTo>
                    <a:pt x="1" y="1"/>
                  </a:moveTo>
                  <a:lnTo>
                    <a:pt x="1" y="43784"/>
                  </a:lnTo>
                  <a:lnTo>
                    <a:pt x="8981" y="43784"/>
                  </a:lnTo>
                  <a:lnTo>
                    <a:pt x="8981" y="1"/>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4527500" y="1214825"/>
              <a:ext cx="123325" cy="1094625"/>
            </a:xfrm>
            <a:custGeom>
              <a:avLst/>
              <a:gdLst/>
              <a:ahLst/>
              <a:cxnLst/>
              <a:rect l="l" t="t" r="r" b="b"/>
              <a:pathLst>
                <a:path w="4933" h="43785" extrusionOk="0">
                  <a:moveTo>
                    <a:pt x="0" y="1"/>
                  </a:moveTo>
                  <a:lnTo>
                    <a:pt x="0" y="43784"/>
                  </a:lnTo>
                  <a:lnTo>
                    <a:pt x="4932" y="43784"/>
                  </a:lnTo>
                  <a:lnTo>
                    <a:pt x="4932" y="1"/>
                  </a:ln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4274300" y="4488900"/>
              <a:ext cx="703375" cy="507200"/>
            </a:xfrm>
            <a:custGeom>
              <a:avLst/>
              <a:gdLst/>
              <a:ahLst/>
              <a:cxnLst/>
              <a:rect l="l" t="t" r="r" b="b"/>
              <a:pathLst>
                <a:path w="28135" h="20288" extrusionOk="0">
                  <a:moveTo>
                    <a:pt x="28135" y="1"/>
                  </a:moveTo>
                  <a:lnTo>
                    <a:pt x="2436" y="14936"/>
                  </a:lnTo>
                  <a:cubicBezTo>
                    <a:pt x="2420" y="17562"/>
                    <a:pt x="1512" y="19404"/>
                    <a:pt x="19" y="20277"/>
                  </a:cubicBezTo>
                  <a:lnTo>
                    <a:pt x="19" y="20277"/>
                  </a:lnTo>
                  <a:lnTo>
                    <a:pt x="25715" y="5351"/>
                  </a:lnTo>
                  <a:cubicBezTo>
                    <a:pt x="27204" y="4483"/>
                    <a:pt x="28135" y="2622"/>
                    <a:pt x="28135" y="1"/>
                  </a:cubicBezTo>
                  <a:close/>
                  <a:moveTo>
                    <a:pt x="19" y="20277"/>
                  </a:moveTo>
                  <a:lnTo>
                    <a:pt x="1" y="20287"/>
                  </a:lnTo>
                  <a:cubicBezTo>
                    <a:pt x="7" y="20284"/>
                    <a:pt x="13" y="20280"/>
                    <a:pt x="19" y="20277"/>
                  </a:cubicBez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2742750" y="1344925"/>
              <a:ext cx="791000" cy="402300"/>
            </a:xfrm>
            <a:custGeom>
              <a:avLst/>
              <a:gdLst/>
              <a:ahLst/>
              <a:cxnLst/>
              <a:rect l="l" t="t" r="r" b="b"/>
              <a:pathLst>
                <a:path w="31640" h="16092" extrusionOk="0">
                  <a:moveTo>
                    <a:pt x="34" y="15482"/>
                  </a:moveTo>
                  <a:cubicBezTo>
                    <a:pt x="23" y="15489"/>
                    <a:pt x="11" y="15495"/>
                    <a:pt x="0" y="15502"/>
                  </a:cubicBezTo>
                  <a:lnTo>
                    <a:pt x="34" y="15482"/>
                  </a:lnTo>
                  <a:close/>
                  <a:moveTo>
                    <a:pt x="27905" y="1"/>
                  </a:moveTo>
                  <a:cubicBezTo>
                    <a:pt x="27088" y="1"/>
                    <a:pt x="26348" y="194"/>
                    <a:pt x="25715" y="566"/>
                  </a:cubicBezTo>
                  <a:lnTo>
                    <a:pt x="34" y="15482"/>
                  </a:lnTo>
                  <a:lnTo>
                    <a:pt x="34" y="15482"/>
                  </a:lnTo>
                  <a:cubicBezTo>
                    <a:pt x="658" y="15124"/>
                    <a:pt x="1383" y="14938"/>
                    <a:pt x="2184" y="14938"/>
                  </a:cubicBezTo>
                  <a:cubicBezTo>
                    <a:pt x="3312" y="14938"/>
                    <a:pt x="4590" y="15308"/>
                    <a:pt x="5940" y="16091"/>
                  </a:cubicBezTo>
                  <a:lnTo>
                    <a:pt x="31639" y="1140"/>
                  </a:lnTo>
                  <a:cubicBezTo>
                    <a:pt x="30301" y="367"/>
                    <a:pt x="29030" y="1"/>
                    <a:pt x="27905" y="1"/>
                  </a:cubicBez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4335175" y="2450550"/>
              <a:ext cx="648325" cy="2411775"/>
            </a:xfrm>
            <a:custGeom>
              <a:avLst/>
              <a:gdLst/>
              <a:ahLst/>
              <a:cxnLst/>
              <a:rect l="l" t="t" r="r" b="b"/>
              <a:pathLst>
                <a:path w="25933" h="96471" extrusionOk="0">
                  <a:moveTo>
                    <a:pt x="25933" y="1"/>
                  </a:moveTo>
                  <a:lnTo>
                    <a:pt x="233" y="14936"/>
                  </a:lnTo>
                  <a:lnTo>
                    <a:pt x="1" y="96470"/>
                  </a:lnTo>
                  <a:lnTo>
                    <a:pt x="25700" y="81535"/>
                  </a:lnTo>
                  <a:lnTo>
                    <a:pt x="25933" y="1"/>
                  </a:lnTo>
                  <a:close/>
                </a:path>
              </a:pathLst>
            </a:custGeom>
            <a:solidFill>
              <a:srgbClr val="509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2890850" y="1373425"/>
              <a:ext cx="1884825" cy="1090725"/>
            </a:xfrm>
            <a:custGeom>
              <a:avLst/>
              <a:gdLst/>
              <a:ahLst/>
              <a:cxnLst/>
              <a:rect l="l" t="t" r="r" b="b"/>
              <a:pathLst>
                <a:path w="75393" h="43629" extrusionOk="0">
                  <a:moveTo>
                    <a:pt x="25715" y="0"/>
                  </a:moveTo>
                  <a:lnTo>
                    <a:pt x="1" y="14951"/>
                  </a:lnTo>
                  <a:lnTo>
                    <a:pt x="49693" y="43629"/>
                  </a:lnTo>
                  <a:lnTo>
                    <a:pt x="75392" y="28693"/>
                  </a:lnTo>
                  <a:lnTo>
                    <a:pt x="25715"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4133175" y="2090725"/>
              <a:ext cx="850725" cy="733250"/>
            </a:xfrm>
            <a:custGeom>
              <a:avLst/>
              <a:gdLst/>
              <a:ahLst/>
              <a:cxnLst/>
              <a:rect l="l" t="t" r="r" b="b"/>
              <a:pathLst>
                <a:path w="34029" h="29330" extrusionOk="0">
                  <a:moveTo>
                    <a:pt x="25699" y="1"/>
                  </a:moveTo>
                  <a:lnTo>
                    <a:pt x="0" y="14937"/>
                  </a:lnTo>
                  <a:cubicBezTo>
                    <a:pt x="4607" y="17604"/>
                    <a:pt x="8329" y="24041"/>
                    <a:pt x="8313" y="29329"/>
                  </a:cubicBezTo>
                  <a:lnTo>
                    <a:pt x="34013" y="14394"/>
                  </a:lnTo>
                  <a:cubicBezTo>
                    <a:pt x="34028" y="9120"/>
                    <a:pt x="30306" y="2653"/>
                    <a:pt x="25699" y="1"/>
                  </a:cubicBezTo>
                  <a:close/>
                </a:path>
              </a:pathLst>
            </a:custGeom>
            <a:solidFill>
              <a:srgbClr val="0DA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2675650" y="1718350"/>
              <a:ext cx="1665750" cy="3291850"/>
            </a:xfrm>
            <a:custGeom>
              <a:avLst/>
              <a:gdLst/>
              <a:ahLst/>
              <a:cxnLst/>
              <a:rect l="l" t="t" r="r" b="b"/>
              <a:pathLst>
                <a:path w="66630" h="131674" extrusionOk="0">
                  <a:moveTo>
                    <a:pt x="4875" y="0"/>
                  </a:moveTo>
                  <a:cubicBezTo>
                    <a:pt x="2141" y="0"/>
                    <a:pt x="260" y="2167"/>
                    <a:pt x="249" y="5916"/>
                  </a:cubicBezTo>
                  <a:lnTo>
                    <a:pt x="16" y="87450"/>
                  </a:lnTo>
                  <a:cubicBezTo>
                    <a:pt x="1" y="92723"/>
                    <a:pt x="3723" y="99175"/>
                    <a:pt x="8330" y="101843"/>
                  </a:cubicBezTo>
                  <a:lnTo>
                    <a:pt x="58022" y="130535"/>
                  </a:lnTo>
                  <a:cubicBezTo>
                    <a:pt x="59359" y="131308"/>
                    <a:pt x="60625" y="131674"/>
                    <a:pt x="61748" y="131674"/>
                  </a:cubicBezTo>
                  <a:cubicBezTo>
                    <a:pt x="64482" y="131674"/>
                    <a:pt x="66371" y="129507"/>
                    <a:pt x="66382" y="125758"/>
                  </a:cubicBezTo>
                  <a:lnTo>
                    <a:pt x="66614" y="44240"/>
                  </a:lnTo>
                  <a:cubicBezTo>
                    <a:pt x="66630" y="38951"/>
                    <a:pt x="62908" y="32499"/>
                    <a:pt x="58301" y="29832"/>
                  </a:cubicBezTo>
                  <a:lnTo>
                    <a:pt x="8609" y="1139"/>
                  </a:lnTo>
                  <a:cubicBezTo>
                    <a:pt x="7267" y="366"/>
                    <a:pt x="5999" y="0"/>
                    <a:pt x="4875" y="0"/>
                  </a:cubicBezTo>
                  <a:close/>
                </a:path>
              </a:pathLst>
            </a:custGeom>
            <a:solidFill>
              <a:srgbClr val="66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4584875" y="4669200"/>
              <a:ext cx="82225" cy="146200"/>
            </a:xfrm>
            <a:custGeom>
              <a:avLst/>
              <a:gdLst/>
              <a:ahLst/>
              <a:cxnLst/>
              <a:rect l="l" t="t" r="r" b="b"/>
              <a:pathLst>
                <a:path w="3289" h="5848" extrusionOk="0">
                  <a:moveTo>
                    <a:pt x="3289" y="1"/>
                  </a:moveTo>
                  <a:lnTo>
                    <a:pt x="2436" y="512"/>
                  </a:lnTo>
                  <a:cubicBezTo>
                    <a:pt x="2436" y="3120"/>
                    <a:pt x="1515" y="4960"/>
                    <a:pt x="24" y="5834"/>
                  </a:cubicBezTo>
                  <a:lnTo>
                    <a:pt x="24" y="5834"/>
                  </a:lnTo>
                  <a:lnTo>
                    <a:pt x="854" y="5351"/>
                  </a:lnTo>
                  <a:cubicBezTo>
                    <a:pt x="2358" y="4483"/>
                    <a:pt x="3289" y="2637"/>
                    <a:pt x="3289" y="1"/>
                  </a:cubicBezTo>
                  <a:close/>
                  <a:moveTo>
                    <a:pt x="24" y="5834"/>
                  </a:moveTo>
                  <a:lnTo>
                    <a:pt x="1" y="5848"/>
                  </a:lnTo>
                  <a:cubicBezTo>
                    <a:pt x="9" y="5843"/>
                    <a:pt x="16" y="5839"/>
                    <a:pt x="24" y="5834"/>
                  </a:cubicBez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3053325" y="1525550"/>
              <a:ext cx="169850" cy="40975"/>
            </a:xfrm>
            <a:custGeom>
              <a:avLst/>
              <a:gdLst/>
              <a:ahLst/>
              <a:cxnLst/>
              <a:rect l="l" t="t" r="r" b="b"/>
              <a:pathLst>
                <a:path w="6794" h="1639" extrusionOk="0">
                  <a:moveTo>
                    <a:pt x="3037" y="0"/>
                  </a:moveTo>
                  <a:cubicBezTo>
                    <a:pt x="2225" y="0"/>
                    <a:pt x="1489" y="190"/>
                    <a:pt x="853" y="553"/>
                  </a:cubicBezTo>
                  <a:lnTo>
                    <a:pt x="0" y="1065"/>
                  </a:lnTo>
                  <a:cubicBezTo>
                    <a:pt x="640" y="693"/>
                    <a:pt x="1381" y="500"/>
                    <a:pt x="2197" y="500"/>
                  </a:cubicBezTo>
                  <a:cubicBezTo>
                    <a:pt x="3320" y="500"/>
                    <a:pt x="4586" y="866"/>
                    <a:pt x="5925" y="1639"/>
                  </a:cubicBezTo>
                  <a:lnTo>
                    <a:pt x="6793" y="1143"/>
                  </a:lnTo>
                  <a:cubicBezTo>
                    <a:pt x="5440" y="367"/>
                    <a:pt x="4166" y="0"/>
                    <a:pt x="3037" y="0"/>
                  </a:cubicBez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4645750" y="2631250"/>
              <a:ext cx="27175" cy="2050775"/>
            </a:xfrm>
            <a:custGeom>
              <a:avLst/>
              <a:gdLst/>
              <a:ahLst/>
              <a:cxnLst/>
              <a:rect l="l" t="t" r="r" b="b"/>
              <a:pathLst>
                <a:path w="1087" h="82031" extrusionOk="0">
                  <a:moveTo>
                    <a:pt x="1086" y="0"/>
                  </a:moveTo>
                  <a:lnTo>
                    <a:pt x="233" y="496"/>
                  </a:lnTo>
                  <a:lnTo>
                    <a:pt x="1" y="82030"/>
                  </a:lnTo>
                  <a:lnTo>
                    <a:pt x="1" y="82030"/>
                  </a:lnTo>
                  <a:lnTo>
                    <a:pt x="854" y="81534"/>
                  </a:lnTo>
                  <a:lnTo>
                    <a:pt x="1086"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3201425" y="1554100"/>
              <a:ext cx="1263675" cy="729750"/>
            </a:xfrm>
            <a:custGeom>
              <a:avLst/>
              <a:gdLst/>
              <a:ahLst/>
              <a:cxnLst/>
              <a:rect l="l" t="t" r="r" b="b"/>
              <a:pathLst>
                <a:path w="50547" h="29190" extrusionOk="0">
                  <a:moveTo>
                    <a:pt x="869" y="1"/>
                  </a:moveTo>
                  <a:lnTo>
                    <a:pt x="1" y="497"/>
                  </a:lnTo>
                  <a:lnTo>
                    <a:pt x="49693" y="29190"/>
                  </a:lnTo>
                  <a:lnTo>
                    <a:pt x="50546" y="28693"/>
                  </a:lnTo>
                  <a:lnTo>
                    <a:pt x="869" y="1"/>
                  </a:lnTo>
                  <a:close/>
                </a:path>
              </a:pathLst>
            </a:custGeom>
            <a:solidFill>
              <a:srgbClr val="3B7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4444125" y="2271425"/>
              <a:ext cx="229575" cy="372250"/>
            </a:xfrm>
            <a:custGeom>
              <a:avLst/>
              <a:gdLst/>
              <a:ahLst/>
              <a:cxnLst/>
              <a:rect l="l" t="t" r="r" b="b"/>
              <a:pathLst>
                <a:path w="9183" h="14890" extrusionOk="0">
                  <a:moveTo>
                    <a:pt x="854" y="0"/>
                  </a:moveTo>
                  <a:lnTo>
                    <a:pt x="1" y="497"/>
                  </a:lnTo>
                  <a:cubicBezTo>
                    <a:pt x="4592" y="3149"/>
                    <a:pt x="8314" y="9601"/>
                    <a:pt x="8298" y="14889"/>
                  </a:cubicBezTo>
                  <a:lnTo>
                    <a:pt x="9167" y="14393"/>
                  </a:lnTo>
                  <a:cubicBezTo>
                    <a:pt x="9182" y="9104"/>
                    <a:pt x="5460" y="2652"/>
                    <a:pt x="854" y="0"/>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3862525" y="4624600"/>
              <a:ext cx="260200" cy="225700"/>
            </a:xfrm>
            <a:custGeom>
              <a:avLst/>
              <a:gdLst/>
              <a:ahLst/>
              <a:cxnLst/>
              <a:rect l="l" t="t" r="r" b="b"/>
              <a:pathLst>
                <a:path w="10408" h="9028" extrusionOk="0">
                  <a:moveTo>
                    <a:pt x="10407" y="1"/>
                  </a:moveTo>
                  <a:lnTo>
                    <a:pt x="1846" y="4980"/>
                  </a:lnTo>
                  <a:cubicBezTo>
                    <a:pt x="1846" y="6965"/>
                    <a:pt x="1133" y="8361"/>
                    <a:pt x="1" y="9028"/>
                  </a:cubicBezTo>
                  <a:lnTo>
                    <a:pt x="8577" y="4049"/>
                  </a:lnTo>
                  <a:cubicBezTo>
                    <a:pt x="9710" y="3382"/>
                    <a:pt x="10407" y="1986"/>
                    <a:pt x="10407" y="1"/>
                  </a:cubicBez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2704750" y="2247975"/>
              <a:ext cx="326500" cy="146375"/>
            </a:xfrm>
            <a:custGeom>
              <a:avLst/>
              <a:gdLst/>
              <a:ahLst/>
              <a:cxnLst/>
              <a:rect l="l" t="t" r="r" b="b"/>
              <a:pathLst>
                <a:path w="13060" h="5855" extrusionOk="0">
                  <a:moveTo>
                    <a:pt x="2" y="5404"/>
                  </a:moveTo>
                  <a:cubicBezTo>
                    <a:pt x="2" y="5404"/>
                    <a:pt x="1" y="5405"/>
                    <a:pt x="0" y="5405"/>
                  </a:cubicBezTo>
                  <a:lnTo>
                    <a:pt x="2" y="5404"/>
                  </a:lnTo>
                  <a:close/>
                  <a:moveTo>
                    <a:pt x="10229" y="1"/>
                  </a:moveTo>
                  <a:cubicBezTo>
                    <a:pt x="9615" y="1"/>
                    <a:pt x="9058" y="147"/>
                    <a:pt x="8577" y="426"/>
                  </a:cubicBezTo>
                  <a:lnTo>
                    <a:pt x="2" y="5404"/>
                  </a:lnTo>
                  <a:lnTo>
                    <a:pt x="2" y="5404"/>
                  </a:lnTo>
                  <a:cubicBezTo>
                    <a:pt x="483" y="5125"/>
                    <a:pt x="1039" y="4980"/>
                    <a:pt x="1652" y="4980"/>
                  </a:cubicBezTo>
                  <a:cubicBezTo>
                    <a:pt x="2504" y="4980"/>
                    <a:pt x="3464" y="5260"/>
                    <a:pt x="4482" y="5855"/>
                  </a:cubicBezTo>
                  <a:lnTo>
                    <a:pt x="13059" y="876"/>
                  </a:lnTo>
                  <a:cubicBezTo>
                    <a:pt x="12041" y="282"/>
                    <a:pt x="11080" y="1"/>
                    <a:pt x="10229" y="1"/>
                  </a:cubicBez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3908675" y="3083725"/>
              <a:ext cx="218700" cy="1665375"/>
            </a:xfrm>
            <a:custGeom>
              <a:avLst/>
              <a:gdLst/>
              <a:ahLst/>
              <a:cxnLst/>
              <a:rect l="l" t="t" r="r" b="b"/>
              <a:pathLst>
                <a:path w="8748" h="66615" extrusionOk="0">
                  <a:moveTo>
                    <a:pt x="8748" y="1"/>
                  </a:moveTo>
                  <a:lnTo>
                    <a:pt x="171" y="4979"/>
                  </a:lnTo>
                  <a:lnTo>
                    <a:pt x="0" y="66615"/>
                  </a:lnTo>
                  <a:lnTo>
                    <a:pt x="8561" y="61636"/>
                  </a:lnTo>
                  <a:lnTo>
                    <a:pt x="8748" y="1"/>
                  </a:lnTo>
                  <a:close/>
                </a:path>
              </a:pathLst>
            </a:custGeom>
            <a:solidFill>
              <a:srgbClr val="509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816800" y="2269875"/>
              <a:ext cx="1153550" cy="666550"/>
            </a:xfrm>
            <a:custGeom>
              <a:avLst/>
              <a:gdLst/>
              <a:ahLst/>
              <a:cxnLst/>
              <a:rect l="l" t="t" r="r" b="b"/>
              <a:pathLst>
                <a:path w="46142" h="26662" extrusionOk="0">
                  <a:moveTo>
                    <a:pt x="8577" y="0"/>
                  </a:moveTo>
                  <a:lnTo>
                    <a:pt x="0" y="4979"/>
                  </a:lnTo>
                  <a:lnTo>
                    <a:pt x="37564" y="26661"/>
                  </a:lnTo>
                  <a:lnTo>
                    <a:pt x="46141" y="21683"/>
                  </a:lnTo>
                  <a:lnTo>
                    <a:pt x="8577"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3755900" y="2811925"/>
              <a:ext cx="371475" cy="396300"/>
            </a:xfrm>
            <a:custGeom>
              <a:avLst/>
              <a:gdLst/>
              <a:ahLst/>
              <a:cxnLst/>
              <a:rect l="l" t="t" r="r" b="b"/>
              <a:pathLst>
                <a:path w="14859" h="15852" extrusionOk="0">
                  <a:moveTo>
                    <a:pt x="8577" y="1"/>
                  </a:moveTo>
                  <a:lnTo>
                    <a:pt x="0" y="4979"/>
                  </a:lnTo>
                  <a:cubicBezTo>
                    <a:pt x="3490" y="6980"/>
                    <a:pt x="6297" y="11865"/>
                    <a:pt x="6282" y="15851"/>
                  </a:cubicBezTo>
                  <a:lnTo>
                    <a:pt x="14859" y="10873"/>
                  </a:lnTo>
                  <a:cubicBezTo>
                    <a:pt x="14859" y="6871"/>
                    <a:pt x="12067" y="2001"/>
                    <a:pt x="8577" y="1"/>
                  </a:cubicBezTo>
                  <a:close/>
                </a:path>
              </a:pathLst>
            </a:custGeom>
            <a:solidFill>
              <a:srgbClr val="0DA3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654325" y="2372625"/>
              <a:ext cx="1258625" cy="2488325"/>
            </a:xfrm>
            <a:custGeom>
              <a:avLst/>
              <a:gdLst/>
              <a:ahLst/>
              <a:cxnLst/>
              <a:rect l="l" t="t" r="r" b="b"/>
              <a:pathLst>
                <a:path w="50345" h="99533" extrusionOk="0">
                  <a:moveTo>
                    <a:pt x="3670" y="0"/>
                  </a:moveTo>
                  <a:cubicBezTo>
                    <a:pt x="1608" y="0"/>
                    <a:pt x="187" y="1636"/>
                    <a:pt x="187" y="4467"/>
                  </a:cubicBezTo>
                  <a:lnTo>
                    <a:pt x="1" y="66102"/>
                  </a:lnTo>
                  <a:cubicBezTo>
                    <a:pt x="1" y="70104"/>
                    <a:pt x="2808" y="74974"/>
                    <a:pt x="6298" y="76974"/>
                  </a:cubicBezTo>
                  <a:lnTo>
                    <a:pt x="43846" y="98657"/>
                  </a:lnTo>
                  <a:cubicBezTo>
                    <a:pt x="44863" y="99251"/>
                    <a:pt x="45825" y="99532"/>
                    <a:pt x="46677" y="99532"/>
                  </a:cubicBezTo>
                  <a:cubicBezTo>
                    <a:pt x="48738" y="99532"/>
                    <a:pt x="50159" y="97889"/>
                    <a:pt x="50159" y="95059"/>
                  </a:cubicBezTo>
                  <a:lnTo>
                    <a:pt x="50345" y="33423"/>
                  </a:lnTo>
                  <a:cubicBezTo>
                    <a:pt x="50345" y="29437"/>
                    <a:pt x="47553" y="24552"/>
                    <a:pt x="44063" y="22551"/>
                  </a:cubicBezTo>
                  <a:lnTo>
                    <a:pt x="6499" y="869"/>
                  </a:lnTo>
                  <a:cubicBezTo>
                    <a:pt x="5484" y="279"/>
                    <a:pt x="4522" y="0"/>
                    <a:pt x="3670" y="0"/>
                  </a:cubicBezTo>
                  <a:close/>
                </a:path>
              </a:pathLst>
            </a:custGeom>
            <a:solidFill>
              <a:srgbClr val="66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3959450" y="4680450"/>
              <a:ext cx="67125" cy="113625"/>
            </a:xfrm>
            <a:custGeom>
              <a:avLst/>
              <a:gdLst/>
              <a:ahLst/>
              <a:cxnLst/>
              <a:rect l="l" t="t" r="r" b="b"/>
              <a:pathLst>
                <a:path w="2685" h="4545" extrusionOk="0">
                  <a:moveTo>
                    <a:pt x="2684" y="0"/>
                  </a:moveTo>
                  <a:lnTo>
                    <a:pt x="1831" y="497"/>
                  </a:lnTo>
                  <a:cubicBezTo>
                    <a:pt x="1831" y="2458"/>
                    <a:pt x="1160" y="3839"/>
                    <a:pt x="67" y="4506"/>
                  </a:cubicBezTo>
                  <a:lnTo>
                    <a:pt x="67" y="4506"/>
                  </a:lnTo>
                  <a:lnTo>
                    <a:pt x="838" y="4048"/>
                  </a:lnTo>
                  <a:cubicBezTo>
                    <a:pt x="1971" y="3397"/>
                    <a:pt x="2669" y="2001"/>
                    <a:pt x="2684" y="0"/>
                  </a:cubicBezTo>
                  <a:close/>
                  <a:moveTo>
                    <a:pt x="67" y="4506"/>
                  </a:moveTo>
                  <a:lnTo>
                    <a:pt x="1" y="4545"/>
                  </a:lnTo>
                  <a:cubicBezTo>
                    <a:pt x="23" y="4532"/>
                    <a:pt x="45" y="4519"/>
                    <a:pt x="67" y="4506"/>
                  </a:cubicBez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801275" y="2303825"/>
              <a:ext cx="133425" cy="34300"/>
            </a:xfrm>
            <a:custGeom>
              <a:avLst/>
              <a:gdLst/>
              <a:ahLst/>
              <a:cxnLst/>
              <a:rect l="l" t="t" r="r" b="b"/>
              <a:pathLst>
                <a:path w="5337" h="1372" extrusionOk="0">
                  <a:moveTo>
                    <a:pt x="2506" y="0"/>
                  </a:moveTo>
                  <a:cubicBezTo>
                    <a:pt x="1892" y="0"/>
                    <a:pt x="1335" y="146"/>
                    <a:pt x="854" y="426"/>
                  </a:cubicBezTo>
                  <a:lnTo>
                    <a:pt x="1" y="938"/>
                  </a:lnTo>
                  <a:cubicBezTo>
                    <a:pt x="484" y="657"/>
                    <a:pt x="1044" y="511"/>
                    <a:pt x="1661" y="511"/>
                  </a:cubicBezTo>
                  <a:cubicBezTo>
                    <a:pt x="2510" y="511"/>
                    <a:pt x="3468" y="788"/>
                    <a:pt x="4483" y="1372"/>
                  </a:cubicBezTo>
                  <a:lnTo>
                    <a:pt x="5336" y="876"/>
                  </a:lnTo>
                  <a:cubicBezTo>
                    <a:pt x="4318" y="281"/>
                    <a:pt x="3358" y="0"/>
                    <a:pt x="2506" y="0"/>
                  </a:cubicBez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4005225" y="3139950"/>
              <a:ext cx="25600" cy="1553325"/>
            </a:xfrm>
            <a:custGeom>
              <a:avLst/>
              <a:gdLst/>
              <a:ahLst/>
              <a:cxnLst/>
              <a:rect l="l" t="t" r="r" b="b"/>
              <a:pathLst>
                <a:path w="1024" h="62133" extrusionOk="0">
                  <a:moveTo>
                    <a:pt x="1024" y="1"/>
                  </a:moveTo>
                  <a:lnTo>
                    <a:pt x="171" y="497"/>
                  </a:lnTo>
                  <a:lnTo>
                    <a:pt x="0" y="62132"/>
                  </a:lnTo>
                  <a:lnTo>
                    <a:pt x="853" y="61620"/>
                  </a:lnTo>
                  <a:lnTo>
                    <a:pt x="1024"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913350" y="2325700"/>
              <a:ext cx="960450" cy="554500"/>
            </a:xfrm>
            <a:custGeom>
              <a:avLst/>
              <a:gdLst/>
              <a:ahLst/>
              <a:cxnLst/>
              <a:rect l="l" t="t" r="r" b="b"/>
              <a:pathLst>
                <a:path w="38418" h="22180" extrusionOk="0">
                  <a:moveTo>
                    <a:pt x="853" y="1"/>
                  </a:moveTo>
                  <a:lnTo>
                    <a:pt x="0" y="497"/>
                  </a:lnTo>
                  <a:lnTo>
                    <a:pt x="37564" y="22179"/>
                  </a:lnTo>
                  <a:lnTo>
                    <a:pt x="38417" y="21683"/>
                  </a:lnTo>
                  <a:lnTo>
                    <a:pt x="853" y="1"/>
                  </a:lnTo>
                  <a:close/>
                </a:path>
              </a:pathLst>
            </a:custGeom>
            <a:solidFill>
              <a:srgbClr val="3B7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3852450" y="2867775"/>
              <a:ext cx="178775" cy="284625"/>
            </a:xfrm>
            <a:custGeom>
              <a:avLst/>
              <a:gdLst/>
              <a:ahLst/>
              <a:cxnLst/>
              <a:rect l="l" t="t" r="r" b="b"/>
              <a:pathLst>
                <a:path w="7151" h="11385" extrusionOk="0">
                  <a:moveTo>
                    <a:pt x="853" y="0"/>
                  </a:moveTo>
                  <a:lnTo>
                    <a:pt x="0" y="496"/>
                  </a:lnTo>
                  <a:cubicBezTo>
                    <a:pt x="3474" y="2513"/>
                    <a:pt x="6297" y="7383"/>
                    <a:pt x="6282" y="11384"/>
                  </a:cubicBezTo>
                  <a:lnTo>
                    <a:pt x="7135" y="10888"/>
                  </a:lnTo>
                  <a:cubicBezTo>
                    <a:pt x="7150" y="6886"/>
                    <a:pt x="4343" y="2016"/>
                    <a:pt x="853" y="0"/>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3974200" y="799175"/>
              <a:ext cx="150450" cy="299750"/>
            </a:xfrm>
            <a:custGeom>
              <a:avLst/>
              <a:gdLst/>
              <a:ahLst/>
              <a:cxnLst/>
              <a:rect l="l" t="t" r="r" b="b"/>
              <a:pathLst>
                <a:path w="6018" h="11990" extrusionOk="0">
                  <a:moveTo>
                    <a:pt x="6018" y="0"/>
                  </a:moveTo>
                  <a:lnTo>
                    <a:pt x="16" y="3490"/>
                  </a:lnTo>
                  <a:lnTo>
                    <a:pt x="0" y="11989"/>
                  </a:lnTo>
                  <a:lnTo>
                    <a:pt x="5987" y="8500"/>
                  </a:lnTo>
                  <a:lnTo>
                    <a:pt x="6018" y="0"/>
                  </a:ln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3974575" y="780950"/>
              <a:ext cx="158225" cy="105500"/>
            </a:xfrm>
            <a:custGeom>
              <a:avLst/>
              <a:gdLst/>
              <a:ahLst/>
              <a:cxnLst/>
              <a:rect l="l" t="t" r="r" b="b"/>
              <a:pathLst>
                <a:path w="6329" h="4220" extrusionOk="0">
                  <a:moveTo>
                    <a:pt x="6329" y="0"/>
                  </a:moveTo>
                  <a:lnTo>
                    <a:pt x="342" y="3490"/>
                  </a:lnTo>
                  <a:cubicBezTo>
                    <a:pt x="125" y="3614"/>
                    <a:pt x="1" y="3862"/>
                    <a:pt x="1" y="4219"/>
                  </a:cubicBezTo>
                  <a:lnTo>
                    <a:pt x="6003" y="729"/>
                  </a:lnTo>
                  <a:cubicBezTo>
                    <a:pt x="6003" y="373"/>
                    <a:pt x="6127" y="124"/>
                    <a:pt x="6329" y="0"/>
                  </a:cubicBez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3872225" y="582200"/>
              <a:ext cx="226075" cy="101850"/>
            </a:xfrm>
            <a:custGeom>
              <a:avLst/>
              <a:gdLst/>
              <a:ahLst/>
              <a:cxnLst/>
              <a:rect l="l" t="t" r="r" b="b"/>
              <a:pathLst>
                <a:path w="9043" h="4074" extrusionOk="0">
                  <a:moveTo>
                    <a:pt x="7115" y="1"/>
                  </a:moveTo>
                  <a:cubicBezTo>
                    <a:pt x="6694" y="1"/>
                    <a:pt x="6313" y="99"/>
                    <a:pt x="5987" y="289"/>
                  </a:cubicBezTo>
                  <a:lnTo>
                    <a:pt x="0" y="3778"/>
                  </a:lnTo>
                  <a:cubicBezTo>
                    <a:pt x="326" y="3589"/>
                    <a:pt x="705" y="3491"/>
                    <a:pt x="1123" y="3491"/>
                  </a:cubicBezTo>
                  <a:cubicBezTo>
                    <a:pt x="1698" y="3491"/>
                    <a:pt x="2348" y="3678"/>
                    <a:pt x="3040" y="4073"/>
                  </a:cubicBezTo>
                  <a:lnTo>
                    <a:pt x="9042" y="583"/>
                  </a:lnTo>
                  <a:cubicBezTo>
                    <a:pt x="8350" y="188"/>
                    <a:pt x="7695" y="1"/>
                    <a:pt x="7115" y="1"/>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4527875" y="1055475"/>
              <a:ext cx="150875" cy="363325"/>
            </a:xfrm>
            <a:custGeom>
              <a:avLst/>
              <a:gdLst/>
              <a:ahLst/>
              <a:cxnLst/>
              <a:rect l="l" t="t" r="r" b="b"/>
              <a:pathLst>
                <a:path w="6035" h="14533" extrusionOk="0">
                  <a:moveTo>
                    <a:pt x="6034" y="0"/>
                  </a:moveTo>
                  <a:lnTo>
                    <a:pt x="32" y="3474"/>
                  </a:lnTo>
                  <a:lnTo>
                    <a:pt x="1" y="14533"/>
                  </a:lnTo>
                  <a:lnTo>
                    <a:pt x="6003" y="11043"/>
                  </a:lnTo>
                  <a:lnTo>
                    <a:pt x="6034" y="0"/>
                  </a:lnTo>
                  <a:close/>
                </a:path>
              </a:pathLst>
            </a:custGeom>
            <a:solidFill>
              <a:srgbClr val="1D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3948225" y="596775"/>
              <a:ext cx="623500" cy="361000"/>
            </a:xfrm>
            <a:custGeom>
              <a:avLst/>
              <a:gdLst/>
              <a:ahLst/>
              <a:cxnLst/>
              <a:rect l="l" t="t" r="r" b="b"/>
              <a:pathLst>
                <a:path w="24940" h="14440" extrusionOk="0">
                  <a:moveTo>
                    <a:pt x="6002" y="0"/>
                  </a:moveTo>
                  <a:lnTo>
                    <a:pt x="0" y="3490"/>
                  </a:lnTo>
                  <a:lnTo>
                    <a:pt x="18953" y="14440"/>
                  </a:lnTo>
                  <a:lnTo>
                    <a:pt x="24939" y="10950"/>
                  </a:lnTo>
                  <a:lnTo>
                    <a:pt x="6002" y="0"/>
                  </a:ln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4422025" y="870125"/>
              <a:ext cx="256725" cy="272225"/>
            </a:xfrm>
            <a:custGeom>
              <a:avLst/>
              <a:gdLst/>
              <a:ahLst/>
              <a:cxnLst/>
              <a:rect l="l" t="t" r="r" b="b"/>
              <a:pathLst>
                <a:path w="10269" h="10889" extrusionOk="0">
                  <a:moveTo>
                    <a:pt x="5987" y="1"/>
                  </a:moveTo>
                  <a:lnTo>
                    <a:pt x="1" y="3490"/>
                  </a:lnTo>
                  <a:cubicBezTo>
                    <a:pt x="2358" y="4855"/>
                    <a:pt x="4281" y="8174"/>
                    <a:pt x="4266" y="10888"/>
                  </a:cubicBezTo>
                  <a:lnTo>
                    <a:pt x="10253" y="7399"/>
                  </a:lnTo>
                  <a:cubicBezTo>
                    <a:pt x="10268" y="4685"/>
                    <a:pt x="8360" y="1365"/>
                    <a:pt x="5987" y="1"/>
                  </a:cubicBezTo>
                  <a:close/>
                </a:path>
              </a:pathLst>
            </a:custGeom>
            <a:solidFill>
              <a:srgbClr val="5477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3840425" y="669100"/>
              <a:ext cx="688650" cy="749700"/>
            </a:xfrm>
            <a:custGeom>
              <a:avLst/>
              <a:gdLst/>
              <a:ahLst/>
              <a:cxnLst/>
              <a:rect l="l" t="t" r="r" b="b"/>
              <a:pathLst>
                <a:path w="27546" h="29988" extrusionOk="0">
                  <a:moveTo>
                    <a:pt x="2370" y="1"/>
                  </a:moveTo>
                  <a:cubicBezTo>
                    <a:pt x="969" y="1"/>
                    <a:pt x="1" y="1114"/>
                    <a:pt x="1" y="3032"/>
                  </a:cubicBezTo>
                  <a:lnTo>
                    <a:pt x="1" y="14090"/>
                  </a:lnTo>
                  <a:lnTo>
                    <a:pt x="5336" y="17192"/>
                  </a:lnTo>
                  <a:lnTo>
                    <a:pt x="5367" y="8693"/>
                  </a:lnTo>
                  <a:cubicBezTo>
                    <a:pt x="5367" y="8178"/>
                    <a:pt x="5623" y="7887"/>
                    <a:pt x="5992" y="7887"/>
                  </a:cubicBezTo>
                  <a:cubicBezTo>
                    <a:pt x="6145" y="7887"/>
                    <a:pt x="6317" y="7937"/>
                    <a:pt x="6499" y="8042"/>
                  </a:cubicBezTo>
                  <a:lnTo>
                    <a:pt x="21016" y="16417"/>
                  </a:lnTo>
                  <a:cubicBezTo>
                    <a:pt x="21698" y="16851"/>
                    <a:pt x="22117" y="17580"/>
                    <a:pt x="22148" y="18387"/>
                  </a:cubicBezTo>
                  <a:lnTo>
                    <a:pt x="22133" y="26886"/>
                  </a:lnTo>
                  <a:lnTo>
                    <a:pt x="27499" y="29988"/>
                  </a:lnTo>
                  <a:lnTo>
                    <a:pt x="27530" y="18929"/>
                  </a:lnTo>
                  <a:cubicBezTo>
                    <a:pt x="27545" y="16215"/>
                    <a:pt x="25622" y="12896"/>
                    <a:pt x="23265" y="11531"/>
                  </a:cubicBezTo>
                  <a:lnTo>
                    <a:pt x="4297" y="597"/>
                  </a:lnTo>
                  <a:cubicBezTo>
                    <a:pt x="3606" y="192"/>
                    <a:pt x="2950" y="1"/>
                    <a:pt x="2370" y="1"/>
                  </a:cubicBez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4746175" y="4318150"/>
              <a:ext cx="447100" cy="565100"/>
            </a:xfrm>
            <a:custGeom>
              <a:avLst/>
              <a:gdLst/>
              <a:ahLst/>
              <a:cxnLst/>
              <a:rect l="l" t="t" r="r" b="b"/>
              <a:pathLst>
                <a:path w="17884" h="22604" extrusionOk="0">
                  <a:moveTo>
                    <a:pt x="11657" y="0"/>
                  </a:moveTo>
                  <a:cubicBezTo>
                    <a:pt x="10572" y="0"/>
                    <a:pt x="9350" y="355"/>
                    <a:pt x="8050" y="1108"/>
                  </a:cubicBezTo>
                  <a:cubicBezTo>
                    <a:pt x="3583" y="3682"/>
                    <a:pt x="1" y="9917"/>
                    <a:pt x="1" y="15035"/>
                  </a:cubicBezTo>
                  <a:cubicBezTo>
                    <a:pt x="1" y="17579"/>
                    <a:pt x="916" y="19362"/>
                    <a:pt x="2358" y="20200"/>
                  </a:cubicBezTo>
                  <a:lnTo>
                    <a:pt x="6453" y="22604"/>
                  </a:lnTo>
                  <a:cubicBezTo>
                    <a:pt x="5010" y="21751"/>
                    <a:pt x="4111" y="19967"/>
                    <a:pt x="4111" y="17424"/>
                  </a:cubicBezTo>
                  <a:cubicBezTo>
                    <a:pt x="4095" y="12305"/>
                    <a:pt x="7693" y="6071"/>
                    <a:pt x="12145" y="3496"/>
                  </a:cubicBezTo>
                  <a:cubicBezTo>
                    <a:pt x="13441" y="2749"/>
                    <a:pt x="14669" y="2394"/>
                    <a:pt x="15759" y="2394"/>
                  </a:cubicBezTo>
                  <a:cubicBezTo>
                    <a:pt x="16548" y="2394"/>
                    <a:pt x="17265" y="2580"/>
                    <a:pt x="17883" y="2938"/>
                  </a:cubicBezTo>
                  <a:lnTo>
                    <a:pt x="13789" y="549"/>
                  </a:lnTo>
                  <a:cubicBezTo>
                    <a:pt x="13167" y="189"/>
                    <a:pt x="12448" y="0"/>
                    <a:pt x="11657" y="0"/>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4848550" y="4377825"/>
              <a:ext cx="404050" cy="518800"/>
            </a:xfrm>
            <a:custGeom>
              <a:avLst/>
              <a:gdLst/>
              <a:ahLst/>
              <a:cxnLst/>
              <a:rect l="l" t="t" r="r" b="b"/>
              <a:pathLst>
                <a:path w="16162" h="20752" extrusionOk="0">
                  <a:moveTo>
                    <a:pt x="11676" y="1"/>
                  </a:moveTo>
                  <a:cubicBezTo>
                    <a:pt x="10585" y="1"/>
                    <a:pt x="9354" y="357"/>
                    <a:pt x="8050" y="1109"/>
                  </a:cubicBezTo>
                  <a:cubicBezTo>
                    <a:pt x="3598" y="3684"/>
                    <a:pt x="0" y="9918"/>
                    <a:pt x="16" y="15037"/>
                  </a:cubicBezTo>
                  <a:cubicBezTo>
                    <a:pt x="27" y="18660"/>
                    <a:pt x="1841" y="20752"/>
                    <a:pt x="4478" y="20752"/>
                  </a:cubicBezTo>
                  <a:cubicBezTo>
                    <a:pt x="5567" y="20752"/>
                    <a:pt x="6796" y="20395"/>
                    <a:pt x="8096" y="19643"/>
                  </a:cubicBezTo>
                  <a:cubicBezTo>
                    <a:pt x="12563" y="17084"/>
                    <a:pt x="16161" y="10849"/>
                    <a:pt x="16146" y="5731"/>
                  </a:cubicBezTo>
                  <a:cubicBezTo>
                    <a:pt x="16135" y="2096"/>
                    <a:pt x="14320" y="1"/>
                    <a:pt x="11676" y="1"/>
                  </a:cubicBez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4941225" y="4497300"/>
              <a:ext cx="217925" cy="280025"/>
            </a:xfrm>
            <a:custGeom>
              <a:avLst/>
              <a:gdLst/>
              <a:ahLst/>
              <a:cxnLst/>
              <a:rect l="l" t="t" r="r" b="b"/>
              <a:pathLst>
                <a:path w="8717" h="11201" extrusionOk="0">
                  <a:moveTo>
                    <a:pt x="6296" y="1"/>
                  </a:moveTo>
                  <a:cubicBezTo>
                    <a:pt x="5708" y="1"/>
                    <a:pt x="5045" y="192"/>
                    <a:pt x="4343" y="595"/>
                  </a:cubicBezTo>
                  <a:cubicBezTo>
                    <a:pt x="1954" y="1991"/>
                    <a:pt x="0" y="5357"/>
                    <a:pt x="0" y="8117"/>
                  </a:cubicBezTo>
                  <a:cubicBezTo>
                    <a:pt x="11" y="10070"/>
                    <a:pt x="992" y="11201"/>
                    <a:pt x="2417" y="11201"/>
                  </a:cubicBezTo>
                  <a:cubicBezTo>
                    <a:pt x="3006" y="11201"/>
                    <a:pt x="3670" y="11007"/>
                    <a:pt x="4374" y="10599"/>
                  </a:cubicBezTo>
                  <a:cubicBezTo>
                    <a:pt x="6778" y="9218"/>
                    <a:pt x="8716" y="5853"/>
                    <a:pt x="8716" y="3092"/>
                  </a:cubicBezTo>
                  <a:cubicBezTo>
                    <a:pt x="8705" y="1127"/>
                    <a:pt x="7723" y="1"/>
                    <a:pt x="6296" y="1"/>
                  </a:cubicBezTo>
                  <a:close/>
                </a:path>
              </a:pathLst>
            </a:custGeom>
            <a:solidFill>
              <a:srgbClr val="3A63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182;p21">
            <a:extLst>
              <a:ext uri="{FF2B5EF4-FFF2-40B4-BE49-F238E27FC236}">
                <a16:creationId xmlns:a16="http://schemas.microsoft.com/office/drawing/2014/main" id="{DE887307-48BC-64B4-DEF4-3CBCA5279C15}"/>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7"/>
          <p:cNvSpPr txBox="1"/>
          <p:nvPr/>
        </p:nvSpPr>
        <p:spPr>
          <a:xfrm flipH="1">
            <a:off x="6134475" y="558275"/>
            <a:ext cx="28926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Хмарний хостинг</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6CA487"/>
                </a:solidFill>
              </a:rPr>
              <a:t>Cloud hosting</a:t>
            </a:r>
            <a:endParaRPr>
              <a:solidFill>
                <a:srgbClr val="6CA487"/>
              </a:solidFill>
              <a:latin typeface="Nunito"/>
              <a:ea typeface="Nunito"/>
              <a:cs typeface="Nunito"/>
              <a:sym typeface="Nunito"/>
            </a:endParaRPr>
          </a:p>
        </p:txBody>
      </p:sp>
      <p:sp>
        <p:nvSpPr>
          <p:cNvPr id="310" name="Google Shape;310;p27"/>
          <p:cNvSpPr txBox="1"/>
          <p:nvPr/>
        </p:nvSpPr>
        <p:spPr>
          <a:xfrm>
            <a:off x="1244210" y="1266441"/>
            <a:ext cx="7246620" cy="2400627"/>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s" sz="1800">
                <a:solidFill>
                  <a:srgbClr val="F8FAFB"/>
                </a:solidFill>
                <a:latin typeface="Nunito"/>
                <a:ea typeface="Nunito"/>
                <a:cs typeface="Nunito"/>
                <a:sym typeface="Nunito"/>
              </a:rPr>
              <a:t>Послуга з розміщення файлів користувача, за якої дані зберігаються на багатьох серверах, що розподілені у мережі. Файли зберігаються у так званій «хмарі», що фізично складається з серверів, які можуть знаходитися далеко один від іншого, але з точки зору користувача працюють як один потужний віртуальний сервер. Перевагами хмарного хостинга є можливість колективної роботи з даними та відсутність прив'язки до ресурсів одного окремого серверу.</a:t>
            </a:r>
            <a:endParaRPr sz="1800">
              <a:solidFill>
                <a:srgbClr val="F8FAFB"/>
              </a:solidFill>
              <a:latin typeface="Nunito"/>
              <a:ea typeface="Nunito"/>
              <a:cs typeface="Nunito"/>
              <a:sym typeface="Nunito"/>
            </a:endParaRPr>
          </a:p>
        </p:txBody>
      </p:sp>
      <p:sp>
        <p:nvSpPr>
          <p:cNvPr id="311" name="Google Shape;311;p27"/>
          <p:cNvSpPr/>
          <p:nvPr/>
        </p:nvSpPr>
        <p:spPr>
          <a:xfrm>
            <a:off x="311284" y="3609334"/>
            <a:ext cx="1963292" cy="1108344"/>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182;p21">
            <a:extLst>
              <a:ext uri="{FF2B5EF4-FFF2-40B4-BE49-F238E27FC236}">
                <a16:creationId xmlns:a16="http://schemas.microsoft.com/office/drawing/2014/main" id="{6D707FF2-3051-AED4-E094-4C8E7A6A8445}"/>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8"/>
          <p:cNvSpPr txBox="1"/>
          <p:nvPr/>
        </p:nvSpPr>
        <p:spPr>
          <a:xfrm flipH="1">
            <a:off x="6134475" y="558275"/>
            <a:ext cx="28926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Кластерний хостинг</a:t>
            </a:r>
            <a:endParaRPr>
              <a:solidFill>
                <a:srgbClr val="EFD67E"/>
              </a:solidFill>
              <a:latin typeface="Nunito"/>
              <a:ea typeface="Nunito"/>
              <a:cs typeface="Nunito"/>
              <a:sym typeface="Nunito"/>
            </a:endParaRPr>
          </a:p>
          <a:p>
            <a:pPr marL="0" lvl="0" indent="0" algn="l" rtl="0">
              <a:spcBef>
                <a:spcPts val="0"/>
              </a:spcBef>
              <a:spcAft>
                <a:spcPts val="0"/>
              </a:spcAft>
              <a:buNone/>
            </a:pPr>
            <a:r>
              <a:rPr lang="es">
                <a:solidFill>
                  <a:srgbClr val="6CA487"/>
                </a:solidFill>
              </a:rPr>
              <a:t>Clustered hosting</a:t>
            </a:r>
            <a:endParaRPr>
              <a:solidFill>
                <a:srgbClr val="6CA487"/>
              </a:solidFill>
              <a:latin typeface="Nunito"/>
              <a:ea typeface="Nunito"/>
              <a:cs typeface="Nunito"/>
              <a:sym typeface="Nunito"/>
            </a:endParaRPr>
          </a:p>
        </p:txBody>
      </p:sp>
      <p:sp>
        <p:nvSpPr>
          <p:cNvPr id="318" name="Google Shape;318;p28"/>
          <p:cNvSpPr txBox="1"/>
          <p:nvPr/>
        </p:nvSpPr>
        <p:spPr>
          <a:xfrm>
            <a:off x="1726825" y="1558889"/>
            <a:ext cx="6440400" cy="1292631"/>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s" sz="1800">
                <a:solidFill>
                  <a:srgbClr val="F8FAFB"/>
                </a:solidFill>
                <a:latin typeface="Nunito"/>
                <a:ea typeface="Nunito"/>
                <a:cs typeface="Nunito"/>
                <a:sym typeface="Nunito"/>
              </a:rPr>
              <a:t>Декілька серверів, що розміщують один і той же вміст для швидкого використання ресурсів. Кластерні сервери - ідеальне рішення для високонавантажуваного хостингу. </a:t>
            </a:r>
            <a:endParaRPr sz="1800">
              <a:solidFill>
                <a:srgbClr val="F8FAFB"/>
              </a:solidFill>
              <a:latin typeface="Nunito"/>
              <a:ea typeface="Nunito"/>
              <a:cs typeface="Nunito"/>
              <a:sym typeface="Nunito"/>
            </a:endParaRPr>
          </a:p>
        </p:txBody>
      </p:sp>
      <p:cxnSp>
        <p:nvCxnSpPr>
          <p:cNvPr id="319" name="Google Shape;319;p28"/>
          <p:cNvCxnSpPr/>
          <p:nvPr/>
        </p:nvCxnSpPr>
        <p:spPr>
          <a:xfrm>
            <a:off x="-202025" y="2314775"/>
            <a:ext cx="2781300" cy="1428900"/>
          </a:xfrm>
          <a:prstGeom prst="straightConnector1">
            <a:avLst/>
          </a:prstGeom>
          <a:noFill/>
          <a:ln w="9525" cap="flat" cmpd="sng">
            <a:solidFill>
              <a:srgbClr val="FFFFFF"/>
            </a:solidFill>
            <a:prstDash val="solid"/>
            <a:round/>
            <a:headEnd type="none" w="med" len="med"/>
            <a:tailEnd type="none" w="med" len="med"/>
          </a:ln>
        </p:spPr>
      </p:cxnSp>
      <p:cxnSp>
        <p:nvCxnSpPr>
          <p:cNvPr id="320" name="Google Shape;320;p28"/>
          <p:cNvCxnSpPr/>
          <p:nvPr/>
        </p:nvCxnSpPr>
        <p:spPr>
          <a:xfrm flipH="1">
            <a:off x="826675" y="3753050"/>
            <a:ext cx="1638300" cy="924000"/>
          </a:xfrm>
          <a:prstGeom prst="straightConnector1">
            <a:avLst/>
          </a:prstGeom>
          <a:noFill/>
          <a:ln w="9525" cap="flat" cmpd="sng">
            <a:solidFill>
              <a:srgbClr val="FFFFFF"/>
            </a:solidFill>
            <a:prstDash val="solid"/>
            <a:round/>
            <a:headEnd type="none" w="med" len="med"/>
            <a:tailEnd type="none" w="med" len="med"/>
          </a:ln>
        </p:spPr>
      </p:cxnSp>
      <p:cxnSp>
        <p:nvCxnSpPr>
          <p:cNvPr id="321" name="Google Shape;321;p28"/>
          <p:cNvCxnSpPr/>
          <p:nvPr/>
        </p:nvCxnSpPr>
        <p:spPr>
          <a:xfrm>
            <a:off x="674275" y="4448375"/>
            <a:ext cx="5200800" cy="2781300"/>
          </a:xfrm>
          <a:prstGeom prst="straightConnector1">
            <a:avLst/>
          </a:prstGeom>
          <a:noFill/>
          <a:ln w="9525" cap="flat" cmpd="sng">
            <a:solidFill>
              <a:srgbClr val="FFFFFF"/>
            </a:solidFill>
            <a:prstDash val="solid"/>
            <a:round/>
            <a:headEnd type="none" w="med" len="med"/>
            <a:tailEnd type="none" w="med" len="med"/>
          </a:ln>
        </p:spPr>
      </p:cxnSp>
      <p:grpSp>
        <p:nvGrpSpPr>
          <p:cNvPr id="322" name="Google Shape;322;p28"/>
          <p:cNvGrpSpPr/>
          <p:nvPr/>
        </p:nvGrpSpPr>
        <p:grpSpPr>
          <a:xfrm>
            <a:off x="20812" y="2542860"/>
            <a:ext cx="3490197" cy="3344383"/>
            <a:chOff x="1077075" y="238125"/>
            <a:chExt cx="5446625" cy="5219075"/>
          </a:xfrm>
        </p:grpSpPr>
        <p:sp>
          <p:nvSpPr>
            <p:cNvPr id="323" name="Google Shape;323;p28"/>
            <p:cNvSpPr/>
            <p:nvPr/>
          </p:nvSpPr>
          <p:spPr>
            <a:xfrm>
              <a:off x="2883650" y="238125"/>
              <a:ext cx="86900" cy="50425"/>
            </a:xfrm>
            <a:custGeom>
              <a:avLst/>
              <a:gdLst/>
              <a:ahLst/>
              <a:cxnLst/>
              <a:rect l="l" t="t" r="r" b="b"/>
              <a:pathLst>
                <a:path w="3476" h="2017" extrusionOk="0">
                  <a:moveTo>
                    <a:pt x="1728" y="0"/>
                  </a:moveTo>
                  <a:lnTo>
                    <a:pt x="0" y="1018"/>
                  </a:lnTo>
                  <a:lnTo>
                    <a:pt x="1748" y="2016"/>
                  </a:lnTo>
                  <a:lnTo>
                    <a:pt x="3476" y="1018"/>
                  </a:lnTo>
                  <a:lnTo>
                    <a:pt x="1728"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8"/>
            <p:cNvSpPr/>
            <p:nvPr/>
          </p:nvSpPr>
          <p:spPr>
            <a:xfrm>
              <a:off x="2926850" y="263550"/>
              <a:ext cx="644300" cy="1255950"/>
            </a:xfrm>
            <a:custGeom>
              <a:avLst/>
              <a:gdLst/>
              <a:ahLst/>
              <a:cxnLst/>
              <a:rect l="l" t="t" r="r" b="b"/>
              <a:pathLst>
                <a:path w="25772" h="50238" extrusionOk="0">
                  <a:moveTo>
                    <a:pt x="1748" y="1"/>
                  </a:moveTo>
                  <a:lnTo>
                    <a:pt x="0" y="999"/>
                  </a:lnTo>
                  <a:lnTo>
                    <a:pt x="0" y="50237"/>
                  </a:lnTo>
                  <a:lnTo>
                    <a:pt x="25772" y="35412"/>
                  </a:lnTo>
                  <a:lnTo>
                    <a:pt x="1748"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8"/>
            <p:cNvSpPr/>
            <p:nvPr/>
          </p:nvSpPr>
          <p:spPr>
            <a:xfrm>
              <a:off x="2283050" y="263550"/>
              <a:ext cx="643825" cy="1255950"/>
            </a:xfrm>
            <a:custGeom>
              <a:avLst/>
              <a:gdLst/>
              <a:ahLst/>
              <a:cxnLst/>
              <a:rect l="l" t="t" r="r" b="b"/>
              <a:pathLst>
                <a:path w="25753" h="50238" extrusionOk="0">
                  <a:moveTo>
                    <a:pt x="24082" y="1"/>
                  </a:moveTo>
                  <a:lnTo>
                    <a:pt x="0" y="35412"/>
                  </a:lnTo>
                  <a:lnTo>
                    <a:pt x="25752" y="50237"/>
                  </a:lnTo>
                  <a:lnTo>
                    <a:pt x="25752" y="999"/>
                  </a:lnTo>
                  <a:lnTo>
                    <a:pt x="24082"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8"/>
            <p:cNvSpPr/>
            <p:nvPr/>
          </p:nvSpPr>
          <p:spPr>
            <a:xfrm>
              <a:off x="4701750" y="746050"/>
              <a:ext cx="126275" cy="73000"/>
            </a:xfrm>
            <a:custGeom>
              <a:avLst/>
              <a:gdLst/>
              <a:ahLst/>
              <a:cxnLst/>
              <a:rect l="l" t="t" r="r" b="b"/>
              <a:pathLst>
                <a:path w="5051" h="2920" extrusionOk="0">
                  <a:moveTo>
                    <a:pt x="2516" y="0"/>
                  </a:moveTo>
                  <a:lnTo>
                    <a:pt x="0" y="1460"/>
                  </a:lnTo>
                  <a:lnTo>
                    <a:pt x="2535" y="2919"/>
                  </a:lnTo>
                  <a:lnTo>
                    <a:pt x="5051" y="1460"/>
                  </a:lnTo>
                  <a:lnTo>
                    <a:pt x="2516" y="0"/>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8"/>
            <p:cNvSpPr/>
            <p:nvPr/>
          </p:nvSpPr>
          <p:spPr>
            <a:xfrm>
              <a:off x="4765125" y="782525"/>
              <a:ext cx="929950" cy="1815250"/>
            </a:xfrm>
            <a:custGeom>
              <a:avLst/>
              <a:gdLst/>
              <a:ahLst/>
              <a:cxnLst/>
              <a:rect l="l" t="t" r="r" b="b"/>
              <a:pathLst>
                <a:path w="37198" h="72610" extrusionOk="0">
                  <a:moveTo>
                    <a:pt x="2516" y="1"/>
                  </a:moveTo>
                  <a:lnTo>
                    <a:pt x="0" y="1460"/>
                  </a:lnTo>
                  <a:lnTo>
                    <a:pt x="0" y="72610"/>
                  </a:lnTo>
                  <a:lnTo>
                    <a:pt x="37197" y="51159"/>
                  </a:lnTo>
                  <a:lnTo>
                    <a:pt x="2516" y="1"/>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8"/>
            <p:cNvSpPr/>
            <p:nvPr/>
          </p:nvSpPr>
          <p:spPr>
            <a:xfrm>
              <a:off x="3834700" y="782525"/>
              <a:ext cx="929950" cy="1815250"/>
            </a:xfrm>
            <a:custGeom>
              <a:avLst/>
              <a:gdLst/>
              <a:ahLst/>
              <a:cxnLst/>
              <a:rect l="l" t="t" r="r" b="b"/>
              <a:pathLst>
                <a:path w="37198" h="72610" extrusionOk="0">
                  <a:moveTo>
                    <a:pt x="34778" y="1"/>
                  </a:moveTo>
                  <a:lnTo>
                    <a:pt x="0" y="51159"/>
                  </a:lnTo>
                  <a:lnTo>
                    <a:pt x="37198" y="72610"/>
                  </a:lnTo>
                  <a:lnTo>
                    <a:pt x="37198" y="1460"/>
                  </a:lnTo>
                  <a:lnTo>
                    <a:pt x="34778" y="1"/>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2233125" y="1539150"/>
              <a:ext cx="168050" cy="97500"/>
            </a:xfrm>
            <a:custGeom>
              <a:avLst/>
              <a:gdLst/>
              <a:ahLst/>
              <a:cxnLst/>
              <a:rect l="l" t="t" r="r" b="b"/>
              <a:pathLst>
                <a:path w="6722" h="3900" extrusionOk="0">
                  <a:moveTo>
                    <a:pt x="3361" y="1"/>
                  </a:moveTo>
                  <a:lnTo>
                    <a:pt x="0" y="1940"/>
                  </a:lnTo>
                  <a:lnTo>
                    <a:pt x="3380" y="3899"/>
                  </a:lnTo>
                  <a:lnTo>
                    <a:pt x="6722" y="1940"/>
                  </a:lnTo>
                  <a:lnTo>
                    <a:pt x="3361" y="1"/>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2317125" y="1587650"/>
              <a:ext cx="1240100" cy="2419675"/>
            </a:xfrm>
            <a:custGeom>
              <a:avLst/>
              <a:gdLst/>
              <a:ahLst/>
              <a:cxnLst/>
              <a:rect l="l" t="t" r="r" b="b"/>
              <a:pathLst>
                <a:path w="49604" h="96787" extrusionOk="0">
                  <a:moveTo>
                    <a:pt x="3362" y="0"/>
                  </a:moveTo>
                  <a:lnTo>
                    <a:pt x="1" y="1959"/>
                  </a:lnTo>
                  <a:lnTo>
                    <a:pt x="1" y="96787"/>
                  </a:lnTo>
                  <a:lnTo>
                    <a:pt x="49604" y="68212"/>
                  </a:lnTo>
                  <a:lnTo>
                    <a:pt x="3362"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1077075" y="1587650"/>
              <a:ext cx="1240075" cy="2419675"/>
            </a:xfrm>
            <a:custGeom>
              <a:avLst/>
              <a:gdLst/>
              <a:ahLst/>
              <a:cxnLst/>
              <a:rect l="l" t="t" r="r" b="b"/>
              <a:pathLst>
                <a:path w="49603" h="96787" extrusionOk="0">
                  <a:moveTo>
                    <a:pt x="46357" y="0"/>
                  </a:moveTo>
                  <a:lnTo>
                    <a:pt x="0" y="68212"/>
                  </a:lnTo>
                  <a:lnTo>
                    <a:pt x="49603" y="96787"/>
                  </a:lnTo>
                  <a:lnTo>
                    <a:pt x="49603" y="1959"/>
                  </a:lnTo>
                  <a:lnTo>
                    <a:pt x="46357"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3213950" y="2163275"/>
              <a:ext cx="3309750" cy="3293925"/>
            </a:xfrm>
            <a:custGeom>
              <a:avLst/>
              <a:gdLst/>
              <a:ahLst/>
              <a:cxnLst/>
              <a:rect l="l" t="t" r="r" b="b"/>
              <a:pathLst>
                <a:path w="132390" h="131757" extrusionOk="0">
                  <a:moveTo>
                    <a:pt x="66176" y="1"/>
                  </a:moveTo>
                  <a:lnTo>
                    <a:pt x="61701" y="2612"/>
                  </a:lnTo>
                  <a:lnTo>
                    <a:pt x="61817" y="2670"/>
                  </a:lnTo>
                  <a:lnTo>
                    <a:pt x="327" y="93157"/>
                  </a:lnTo>
                  <a:lnTo>
                    <a:pt x="0" y="93330"/>
                  </a:lnTo>
                  <a:lnTo>
                    <a:pt x="135" y="93407"/>
                  </a:lnTo>
                  <a:lnTo>
                    <a:pt x="0" y="93618"/>
                  </a:lnTo>
                  <a:lnTo>
                    <a:pt x="66195" y="131757"/>
                  </a:lnTo>
                  <a:lnTo>
                    <a:pt x="66368" y="131641"/>
                  </a:lnTo>
                  <a:lnTo>
                    <a:pt x="66406" y="131680"/>
                  </a:lnTo>
                  <a:lnTo>
                    <a:pt x="75643" y="126322"/>
                  </a:lnTo>
                  <a:lnTo>
                    <a:pt x="132390" y="93618"/>
                  </a:lnTo>
                  <a:lnTo>
                    <a:pt x="132255" y="93407"/>
                  </a:lnTo>
                  <a:lnTo>
                    <a:pt x="132390" y="93330"/>
                  </a:lnTo>
                  <a:lnTo>
                    <a:pt x="132083" y="93157"/>
                  </a:lnTo>
                  <a:lnTo>
                    <a:pt x="70689" y="2612"/>
                  </a:lnTo>
                  <a:lnTo>
                    <a:pt x="66176"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3834700" y="1515625"/>
              <a:ext cx="1860375" cy="1077850"/>
            </a:xfrm>
            <a:custGeom>
              <a:avLst/>
              <a:gdLst/>
              <a:ahLst/>
              <a:cxnLst/>
              <a:rect l="l" t="t" r="r" b="b"/>
              <a:pathLst>
                <a:path w="74415" h="43114" extrusionOk="0">
                  <a:moveTo>
                    <a:pt x="37083" y="1"/>
                  </a:moveTo>
                  <a:lnTo>
                    <a:pt x="0" y="21567"/>
                  </a:lnTo>
                  <a:lnTo>
                    <a:pt x="37332" y="43113"/>
                  </a:lnTo>
                  <a:lnTo>
                    <a:pt x="74414" y="21567"/>
                  </a:lnTo>
                  <a:lnTo>
                    <a:pt x="37083" y="1"/>
                  </a:lnTo>
                  <a:close/>
                </a:path>
              </a:pathLst>
            </a:custGeom>
            <a:solidFill>
              <a:srgbClr val="7BBA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8"/>
            <p:cNvSpPr/>
            <p:nvPr/>
          </p:nvSpPr>
          <p:spPr>
            <a:xfrm>
              <a:off x="2283050" y="775825"/>
              <a:ext cx="1288100" cy="745600"/>
            </a:xfrm>
            <a:custGeom>
              <a:avLst/>
              <a:gdLst/>
              <a:ahLst/>
              <a:cxnLst/>
              <a:rect l="l" t="t" r="r" b="b"/>
              <a:pathLst>
                <a:path w="51524" h="29824" extrusionOk="0">
                  <a:moveTo>
                    <a:pt x="25676" y="0"/>
                  </a:moveTo>
                  <a:lnTo>
                    <a:pt x="0" y="14921"/>
                  </a:lnTo>
                  <a:lnTo>
                    <a:pt x="25848" y="29823"/>
                  </a:lnTo>
                  <a:lnTo>
                    <a:pt x="51524" y="14921"/>
                  </a:lnTo>
                  <a:lnTo>
                    <a:pt x="25676"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8"/>
            <p:cNvSpPr/>
            <p:nvPr/>
          </p:nvSpPr>
          <p:spPr>
            <a:xfrm>
              <a:off x="1077075" y="2551200"/>
              <a:ext cx="2480150" cy="1436450"/>
            </a:xfrm>
            <a:custGeom>
              <a:avLst/>
              <a:gdLst/>
              <a:ahLst/>
              <a:cxnLst/>
              <a:rect l="l" t="t" r="r" b="b"/>
              <a:pathLst>
                <a:path w="99206" h="57458" extrusionOk="0">
                  <a:moveTo>
                    <a:pt x="49449" y="0"/>
                  </a:moveTo>
                  <a:lnTo>
                    <a:pt x="0" y="28729"/>
                  </a:lnTo>
                  <a:lnTo>
                    <a:pt x="49776" y="57457"/>
                  </a:lnTo>
                  <a:lnTo>
                    <a:pt x="99206" y="28729"/>
                  </a:lnTo>
                  <a:lnTo>
                    <a:pt x="49449" y="0"/>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a:off x="3213950" y="3538250"/>
              <a:ext cx="3309750" cy="1917025"/>
            </a:xfrm>
            <a:custGeom>
              <a:avLst/>
              <a:gdLst/>
              <a:ahLst/>
              <a:cxnLst/>
              <a:rect l="l" t="t" r="r" b="b"/>
              <a:pathLst>
                <a:path w="132390" h="76681" extrusionOk="0">
                  <a:moveTo>
                    <a:pt x="65984" y="1"/>
                  </a:moveTo>
                  <a:lnTo>
                    <a:pt x="0" y="38331"/>
                  </a:lnTo>
                  <a:lnTo>
                    <a:pt x="66406" y="76681"/>
                  </a:lnTo>
                  <a:lnTo>
                    <a:pt x="132390" y="38331"/>
                  </a:lnTo>
                  <a:lnTo>
                    <a:pt x="65984"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4701750" y="746050"/>
              <a:ext cx="126275" cy="73000"/>
            </a:xfrm>
            <a:custGeom>
              <a:avLst/>
              <a:gdLst/>
              <a:ahLst/>
              <a:cxnLst/>
              <a:rect l="l" t="t" r="r" b="b"/>
              <a:pathLst>
                <a:path w="5051" h="2920" extrusionOk="0">
                  <a:moveTo>
                    <a:pt x="2516" y="0"/>
                  </a:moveTo>
                  <a:lnTo>
                    <a:pt x="0" y="1460"/>
                  </a:lnTo>
                  <a:lnTo>
                    <a:pt x="2535" y="2919"/>
                  </a:lnTo>
                  <a:lnTo>
                    <a:pt x="5051" y="1460"/>
                  </a:lnTo>
                  <a:lnTo>
                    <a:pt x="2516" y="0"/>
                  </a:lnTo>
                  <a:close/>
                </a:path>
              </a:pathLst>
            </a:custGeom>
            <a:solidFill>
              <a:srgbClr val="A8DB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4765125" y="782525"/>
              <a:ext cx="929950" cy="1815250"/>
            </a:xfrm>
            <a:custGeom>
              <a:avLst/>
              <a:gdLst/>
              <a:ahLst/>
              <a:cxnLst/>
              <a:rect l="l" t="t" r="r" b="b"/>
              <a:pathLst>
                <a:path w="37198" h="72610" extrusionOk="0">
                  <a:moveTo>
                    <a:pt x="2516" y="1"/>
                  </a:moveTo>
                  <a:lnTo>
                    <a:pt x="0" y="1460"/>
                  </a:lnTo>
                  <a:lnTo>
                    <a:pt x="0" y="72610"/>
                  </a:lnTo>
                  <a:lnTo>
                    <a:pt x="37197" y="51159"/>
                  </a:lnTo>
                  <a:lnTo>
                    <a:pt x="2516" y="1"/>
                  </a:lnTo>
                  <a:close/>
                </a:path>
              </a:pathLst>
            </a:custGeom>
            <a:solidFill>
              <a:srgbClr val="7BBA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3834700" y="782525"/>
              <a:ext cx="929950" cy="1815250"/>
            </a:xfrm>
            <a:custGeom>
              <a:avLst/>
              <a:gdLst/>
              <a:ahLst/>
              <a:cxnLst/>
              <a:rect l="l" t="t" r="r" b="b"/>
              <a:pathLst>
                <a:path w="37198" h="72610" extrusionOk="0">
                  <a:moveTo>
                    <a:pt x="34778" y="1"/>
                  </a:moveTo>
                  <a:lnTo>
                    <a:pt x="0" y="51159"/>
                  </a:lnTo>
                  <a:lnTo>
                    <a:pt x="37198" y="72610"/>
                  </a:lnTo>
                  <a:lnTo>
                    <a:pt x="37198" y="1460"/>
                  </a:lnTo>
                  <a:lnTo>
                    <a:pt x="34778" y="1"/>
                  </a:lnTo>
                  <a:close/>
                </a:path>
              </a:pathLst>
            </a:custGeom>
            <a:solidFill>
              <a:srgbClr val="6CA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8"/>
            <p:cNvSpPr/>
            <p:nvPr/>
          </p:nvSpPr>
          <p:spPr>
            <a:xfrm>
              <a:off x="2883650" y="238125"/>
              <a:ext cx="86900" cy="50425"/>
            </a:xfrm>
            <a:custGeom>
              <a:avLst/>
              <a:gdLst/>
              <a:ahLst/>
              <a:cxnLst/>
              <a:rect l="l" t="t" r="r" b="b"/>
              <a:pathLst>
                <a:path w="3476" h="2017" extrusionOk="0">
                  <a:moveTo>
                    <a:pt x="1728" y="0"/>
                  </a:moveTo>
                  <a:lnTo>
                    <a:pt x="0" y="1018"/>
                  </a:lnTo>
                  <a:lnTo>
                    <a:pt x="1748" y="2016"/>
                  </a:lnTo>
                  <a:lnTo>
                    <a:pt x="3476" y="1018"/>
                  </a:lnTo>
                  <a:lnTo>
                    <a:pt x="1728"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8"/>
            <p:cNvSpPr/>
            <p:nvPr/>
          </p:nvSpPr>
          <p:spPr>
            <a:xfrm>
              <a:off x="2926850" y="263550"/>
              <a:ext cx="644300" cy="1255950"/>
            </a:xfrm>
            <a:custGeom>
              <a:avLst/>
              <a:gdLst/>
              <a:ahLst/>
              <a:cxnLst/>
              <a:rect l="l" t="t" r="r" b="b"/>
              <a:pathLst>
                <a:path w="25772" h="50238" extrusionOk="0">
                  <a:moveTo>
                    <a:pt x="1748" y="1"/>
                  </a:moveTo>
                  <a:lnTo>
                    <a:pt x="0" y="999"/>
                  </a:lnTo>
                  <a:lnTo>
                    <a:pt x="0" y="50237"/>
                  </a:lnTo>
                  <a:lnTo>
                    <a:pt x="25772" y="35412"/>
                  </a:lnTo>
                  <a:lnTo>
                    <a:pt x="1748" y="1"/>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2283050" y="263550"/>
              <a:ext cx="643825" cy="1255950"/>
            </a:xfrm>
            <a:custGeom>
              <a:avLst/>
              <a:gdLst/>
              <a:ahLst/>
              <a:cxnLst/>
              <a:rect l="l" t="t" r="r" b="b"/>
              <a:pathLst>
                <a:path w="25753" h="50238" extrusionOk="0">
                  <a:moveTo>
                    <a:pt x="24082" y="1"/>
                  </a:moveTo>
                  <a:lnTo>
                    <a:pt x="0" y="35412"/>
                  </a:lnTo>
                  <a:lnTo>
                    <a:pt x="25752" y="50237"/>
                  </a:lnTo>
                  <a:lnTo>
                    <a:pt x="25752" y="999"/>
                  </a:lnTo>
                  <a:lnTo>
                    <a:pt x="24082" y="1"/>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2233125" y="1539150"/>
              <a:ext cx="168050" cy="97500"/>
            </a:xfrm>
            <a:custGeom>
              <a:avLst/>
              <a:gdLst/>
              <a:ahLst/>
              <a:cxnLst/>
              <a:rect l="l" t="t" r="r" b="b"/>
              <a:pathLst>
                <a:path w="6722" h="3900" extrusionOk="0">
                  <a:moveTo>
                    <a:pt x="3361" y="1"/>
                  </a:moveTo>
                  <a:lnTo>
                    <a:pt x="0" y="1940"/>
                  </a:lnTo>
                  <a:lnTo>
                    <a:pt x="3380" y="3899"/>
                  </a:lnTo>
                  <a:lnTo>
                    <a:pt x="6722" y="1940"/>
                  </a:lnTo>
                  <a:lnTo>
                    <a:pt x="3361" y="1"/>
                  </a:lnTo>
                  <a:close/>
                </a:path>
              </a:pathLst>
            </a:custGeom>
            <a:solidFill>
              <a:srgbClr val="77BE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8"/>
            <p:cNvSpPr/>
            <p:nvPr/>
          </p:nvSpPr>
          <p:spPr>
            <a:xfrm>
              <a:off x="2317125" y="1587650"/>
              <a:ext cx="1240100" cy="2419675"/>
            </a:xfrm>
            <a:custGeom>
              <a:avLst/>
              <a:gdLst/>
              <a:ahLst/>
              <a:cxnLst/>
              <a:rect l="l" t="t" r="r" b="b"/>
              <a:pathLst>
                <a:path w="49604" h="96787" extrusionOk="0">
                  <a:moveTo>
                    <a:pt x="3362" y="0"/>
                  </a:moveTo>
                  <a:lnTo>
                    <a:pt x="1" y="1959"/>
                  </a:lnTo>
                  <a:lnTo>
                    <a:pt x="1" y="96787"/>
                  </a:lnTo>
                  <a:lnTo>
                    <a:pt x="49604" y="68212"/>
                  </a:lnTo>
                  <a:lnTo>
                    <a:pt x="3362" y="0"/>
                  </a:lnTo>
                  <a:close/>
                </a:path>
              </a:pathLst>
            </a:custGeom>
            <a:solidFill>
              <a:srgbClr val="45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1077075" y="1587650"/>
              <a:ext cx="1240075" cy="2419675"/>
            </a:xfrm>
            <a:custGeom>
              <a:avLst/>
              <a:gdLst/>
              <a:ahLst/>
              <a:cxnLst/>
              <a:rect l="l" t="t" r="r" b="b"/>
              <a:pathLst>
                <a:path w="49603" h="96787" extrusionOk="0">
                  <a:moveTo>
                    <a:pt x="46357" y="0"/>
                  </a:moveTo>
                  <a:lnTo>
                    <a:pt x="0" y="68212"/>
                  </a:lnTo>
                  <a:lnTo>
                    <a:pt x="49603" y="96787"/>
                  </a:lnTo>
                  <a:lnTo>
                    <a:pt x="49603" y="1959"/>
                  </a:lnTo>
                  <a:lnTo>
                    <a:pt x="46357" y="0"/>
                  </a:lnTo>
                  <a:close/>
                </a:path>
              </a:pathLst>
            </a:custGeom>
            <a:solidFill>
              <a:srgbClr val="3B75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4756475" y="2163275"/>
              <a:ext cx="224700" cy="130125"/>
            </a:xfrm>
            <a:custGeom>
              <a:avLst/>
              <a:gdLst/>
              <a:ahLst/>
              <a:cxnLst/>
              <a:rect l="l" t="t" r="r" b="b"/>
              <a:pathLst>
                <a:path w="8988" h="5205" extrusionOk="0">
                  <a:moveTo>
                    <a:pt x="4475" y="1"/>
                  </a:moveTo>
                  <a:lnTo>
                    <a:pt x="0" y="2612"/>
                  </a:lnTo>
                  <a:lnTo>
                    <a:pt x="4513" y="5205"/>
                  </a:lnTo>
                  <a:lnTo>
                    <a:pt x="8988" y="2612"/>
                  </a:lnTo>
                  <a:lnTo>
                    <a:pt x="4475"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4868825" y="2228575"/>
              <a:ext cx="1654875" cy="3228625"/>
            </a:xfrm>
            <a:custGeom>
              <a:avLst/>
              <a:gdLst/>
              <a:ahLst/>
              <a:cxnLst/>
              <a:rect l="l" t="t" r="r" b="b"/>
              <a:pathLst>
                <a:path w="66195" h="129145" extrusionOk="0">
                  <a:moveTo>
                    <a:pt x="4494" y="0"/>
                  </a:moveTo>
                  <a:lnTo>
                    <a:pt x="0" y="2593"/>
                  </a:lnTo>
                  <a:lnTo>
                    <a:pt x="0" y="129145"/>
                  </a:lnTo>
                  <a:lnTo>
                    <a:pt x="66195" y="91006"/>
                  </a:lnTo>
                  <a:lnTo>
                    <a:pt x="4494"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3213950" y="2228575"/>
              <a:ext cx="1654900" cy="3228625"/>
            </a:xfrm>
            <a:custGeom>
              <a:avLst/>
              <a:gdLst/>
              <a:ahLst/>
              <a:cxnLst/>
              <a:rect l="l" t="t" r="r" b="b"/>
              <a:pathLst>
                <a:path w="66196" h="129145" extrusionOk="0">
                  <a:moveTo>
                    <a:pt x="61855" y="0"/>
                  </a:moveTo>
                  <a:lnTo>
                    <a:pt x="0" y="91006"/>
                  </a:lnTo>
                  <a:lnTo>
                    <a:pt x="66195" y="129145"/>
                  </a:lnTo>
                  <a:lnTo>
                    <a:pt x="66195" y="2593"/>
                  </a:lnTo>
                  <a:lnTo>
                    <a:pt x="61855"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182;p21">
            <a:extLst>
              <a:ext uri="{FF2B5EF4-FFF2-40B4-BE49-F238E27FC236}">
                <a16:creationId xmlns:a16="http://schemas.microsoft.com/office/drawing/2014/main" id="{CEF7B411-CEFA-E5B2-8F6A-A901F681C91E}"/>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cxnSp>
        <p:nvCxnSpPr>
          <p:cNvPr id="353" name="Google Shape;353;p29"/>
          <p:cNvCxnSpPr/>
          <p:nvPr/>
        </p:nvCxnSpPr>
        <p:spPr>
          <a:xfrm rot="10800000">
            <a:off x="4898888" y="3941230"/>
            <a:ext cx="1613100" cy="0"/>
          </a:xfrm>
          <a:prstGeom prst="straightConnector1">
            <a:avLst/>
          </a:prstGeom>
          <a:noFill/>
          <a:ln w="9525" cap="flat" cmpd="sng">
            <a:solidFill>
              <a:schemeClr val="lt1"/>
            </a:solidFill>
            <a:prstDash val="solid"/>
            <a:round/>
            <a:headEnd type="none" w="med" len="med"/>
            <a:tailEnd type="none" w="med" len="med"/>
          </a:ln>
        </p:spPr>
      </p:cxnSp>
      <p:sp>
        <p:nvSpPr>
          <p:cNvPr id="354" name="Google Shape;354;p29"/>
          <p:cNvSpPr txBox="1"/>
          <p:nvPr/>
        </p:nvSpPr>
        <p:spPr>
          <a:xfrm flipH="1">
            <a:off x="1830575" y="182525"/>
            <a:ext cx="6277500" cy="585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a:solidFill>
                  <a:srgbClr val="EFD67E"/>
                </a:solidFill>
                <a:latin typeface="Nunito"/>
                <a:ea typeface="Nunito"/>
                <a:cs typeface="Nunito"/>
                <a:sym typeface="Nunito"/>
              </a:rPr>
              <a:t>Обмежений хостинг або хостинг певних послуг чи програм</a:t>
            </a:r>
            <a:endParaRPr>
              <a:solidFill>
                <a:srgbClr val="6CA487"/>
              </a:solidFill>
              <a:latin typeface="Nunito"/>
              <a:ea typeface="Nunito"/>
              <a:cs typeface="Nunito"/>
              <a:sym typeface="Nunito"/>
            </a:endParaRPr>
          </a:p>
        </p:txBody>
      </p:sp>
      <p:sp>
        <p:nvSpPr>
          <p:cNvPr id="356" name="Google Shape;356;p29"/>
          <p:cNvSpPr txBox="1"/>
          <p:nvPr/>
        </p:nvSpPr>
        <p:spPr>
          <a:xfrm flipH="1">
            <a:off x="2187152" y="2236933"/>
            <a:ext cx="1002600" cy="264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1600"/>
              </a:spcAft>
              <a:buNone/>
            </a:pPr>
            <a:r>
              <a:rPr lang="es" sz="1200">
                <a:solidFill>
                  <a:schemeClr val="lt1"/>
                </a:solidFill>
                <a:latin typeface="Nunito"/>
                <a:ea typeface="Nunito"/>
                <a:cs typeface="Nunito"/>
                <a:sym typeface="Nunito"/>
              </a:rPr>
              <a:t>Хостинг</a:t>
            </a:r>
            <a:br>
              <a:rPr lang="es" sz="1200">
                <a:solidFill>
                  <a:schemeClr val="lt1"/>
                </a:solidFill>
                <a:latin typeface="Nunito"/>
                <a:ea typeface="Nunito"/>
                <a:cs typeface="Nunito"/>
                <a:sym typeface="Nunito"/>
              </a:rPr>
            </a:br>
            <a:r>
              <a:rPr lang="es" sz="1200">
                <a:solidFill>
                  <a:schemeClr val="lt1"/>
                </a:solidFill>
                <a:latin typeface="Nunito"/>
                <a:ea typeface="Nunito"/>
                <a:cs typeface="Nunito"/>
                <a:sym typeface="Nunito"/>
              </a:rPr>
              <a:t>блогів</a:t>
            </a:r>
            <a:endParaRPr sz="1100">
              <a:solidFill>
                <a:schemeClr val="lt1"/>
              </a:solidFill>
              <a:latin typeface="Nunito"/>
              <a:ea typeface="Nunito"/>
              <a:cs typeface="Nunito"/>
              <a:sym typeface="Nunito"/>
            </a:endParaRPr>
          </a:p>
        </p:txBody>
      </p:sp>
      <p:sp>
        <p:nvSpPr>
          <p:cNvPr id="357" name="Google Shape;357;p29"/>
          <p:cNvSpPr/>
          <p:nvPr/>
        </p:nvSpPr>
        <p:spPr>
          <a:xfrm>
            <a:off x="3753783" y="3403362"/>
            <a:ext cx="1460748" cy="842545"/>
          </a:xfrm>
          <a:custGeom>
            <a:avLst/>
            <a:gdLst/>
            <a:ahLst/>
            <a:cxnLst/>
            <a:rect l="l" t="t" r="r" b="b"/>
            <a:pathLst>
              <a:path w="76041" h="43854" extrusionOk="0">
                <a:moveTo>
                  <a:pt x="37993" y="0"/>
                </a:moveTo>
                <a:lnTo>
                  <a:pt x="0" y="21909"/>
                </a:lnTo>
                <a:lnTo>
                  <a:pt x="37993" y="43854"/>
                </a:lnTo>
                <a:lnTo>
                  <a:pt x="76041" y="21909"/>
                </a:lnTo>
                <a:lnTo>
                  <a:pt x="37993"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3753783" y="3819507"/>
            <a:ext cx="729865" cy="663119"/>
          </a:xfrm>
          <a:custGeom>
            <a:avLst/>
            <a:gdLst/>
            <a:ahLst/>
            <a:cxnLst/>
            <a:rect l="l" t="t" r="r" b="b"/>
            <a:pathLst>
              <a:path w="37994" h="34515" extrusionOk="0">
                <a:moveTo>
                  <a:pt x="0" y="1"/>
                </a:moveTo>
                <a:lnTo>
                  <a:pt x="0" y="12551"/>
                </a:lnTo>
                <a:lnTo>
                  <a:pt x="37993" y="34514"/>
                </a:lnTo>
                <a:lnTo>
                  <a:pt x="37993" y="21946"/>
                </a:lnTo>
                <a:lnTo>
                  <a:pt x="0" y="1"/>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9"/>
          <p:cNvSpPr/>
          <p:nvPr/>
        </p:nvSpPr>
        <p:spPr>
          <a:xfrm>
            <a:off x="4483628" y="3819507"/>
            <a:ext cx="731248" cy="663119"/>
          </a:xfrm>
          <a:custGeom>
            <a:avLst/>
            <a:gdLst/>
            <a:ahLst/>
            <a:cxnLst/>
            <a:rect l="l" t="t" r="r" b="b"/>
            <a:pathLst>
              <a:path w="38066" h="34515" extrusionOk="0">
                <a:moveTo>
                  <a:pt x="38066" y="1"/>
                </a:moveTo>
                <a:lnTo>
                  <a:pt x="0" y="21946"/>
                </a:lnTo>
                <a:lnTo>
                  <a:pt x="0" y="34514"/>
                </a:lnTo>
                <a:lnTo>
                  <a:pt x="38066" y="12551"/>
                </a:lnTo>
                <a:lnTo>
                  <a:pt x="38066" y="1"/>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0" name="Google Shape;360;p29"/>
          <p:cNvCxnSpPr/>
          <p:nvPr/>
        </p:nvCxnSpPr>
        <p:spPr>
          <a:xfrm rot="10800000">
            <a:off x="4872413" y="1382205"/>
            <a:ext cx="1613100" cy="0"/>
          </a:xfrm>
          <a:prstGeom prst="straightConnector1">
            <a:avLst/>
          </a:prstGeom>
          <a:noFill/>
          <a:ln w="9525" cap="flat" cmpd="sng">
            <a:solidFill>
              <a:schemeClr val="lt1"/>
            </a:solidFill>
            <a:prstDash val="solid"/>
            <a:round/>
            <a:headEnd type="none" w="med" len="med"/>
            <a:tailEnd type="none" w="med" len="med"/>
          </a:ln>
        </p:spPr>
      </p:cxnSp>
      <p:cxnSp>
        <p:nvCxnSpPr>
          <p:cNvPr id="361" name="Google Shape;361;p29"/>
          <p:cNvCxnSpPr/>
          <p:nvPr/>
        </p:nvCxnSpPr>
        <p:spPr>
          <a:xfrm rot="10800000">
            <a:off x="2140687" y="1762726"/>
            <a:ext cx="1613100" cy="0"/>
          </a:xfrm>
          <a:prstGeom prst="straightConnector1">
            <a:avLst/>
          </a:prstGeom>
          <a:noFill/>
          <a:ln w="9525" cap="flat" cmpd="sng">
            <a:solidFill>
              <a:schemeClr val="lt1"/>
            </a:solidFill>
            <a:prstDash val="solid"/>
            <a:round/>
            <a:headEnd type="none" w="med" len="med"/>
            <a:tailEnd type="none" w="med" len="med"/>
          </a:ln>
        </p:spPr>
      </p:cxnSp>
      <p:cxnSp>
        <p:nvCxnSpPr>
          <p:cNvPr id="362" name="Google Shape;362;p29"/>
          <p:cNvCxnSpPr/>
          <p:nvPr/>
        </p:nvCxnSpPr>
        <p:spPr>
          <a:xfrm rot="10800000">
            <a:off x="4872413" y="2163659"/>
            <a:ext cx="1613100" cy="0"/>
          </a:xfrm>
          <a:prstGeom prst="straightConnector1">
            <a:avLst/>
          </a:prstGeom>
          <a:noFill/>
          <a:ln w="9525" cap="flat" cmpd="sng">
            <a:solidFill>
              <a:schemeClr val="lt1"/>
            </a:solidFill>
            <a:prstDash val="solid"/>
            <a:round/>
            <a:headEnd type="none" w="med" len="med"/>
            <a:tailEnd type="none" w="med" len="med"/>
          </a:ln>
        </p:spPr>
      </p:cxnSp>
      <p:cxnSp>
        <p:nvCxnSpPr>
          <p:cNvPr id="363" name="Google Shape;363;p29"/>
          <p:cNvCxnSpPr/>
          <p:nvPr/>
        </p:nvCxnSpPr>
        <p:spPr>
          <a:xfrm rot="10800000">
            <a:off x="2140687" y="2544177"/>
            <a:ext cx="1613100" cy="0"/>
          </a:xfrm>
          <a:prstGeom prst="straightConnector1">
            <a:avLst/>
          </a:prstGeom>
          <a:noFill/>
          <a:ln w="9525" cap="flat" cmpd="sng">
            <a:solidFill>
              <a:schemeClr val="lt1"/>
            </a:solidFill>
            <a:prstDash val="solid"/>
            <a:round/>
            <a:headEnd type="none" w="med" len="med"/>
            <a:tailEnd type="none" w="med" len="med"/>
          </a:ln>
        </p:spPr>
      </p:cxnSp>
      <p:sp>
        <p:nvSpPr>
          <p:cNvPr id="364" name="Google Shape;364;p29"/>
          <p:cNvSpPr/>
          <p:nvPr/>
        </p:nvSpPr>
        <p:spPr>
          <a:xfrm>
            <a:off x="3727308" y="2913738"/>
            <a:ext cx="1460748" cy="842564"/>
          </a:xfrm>
          <a:custGeom>
            <a:avLst/>
            <a:gdLst/>
            <a:ahLst/>
            <a:cxnLst/>
            <a:rect l="l" t="t" r="r" b="b"/>
            <a:pathLst>
              <a:path w="76041" h="43855" extrusionOk="0">
                <a:moveTo>
                  <a:pt x="37993" y="0"/>
                </a:moveTo>
                <a:lnTo>
                  <a:pt x="0" y="21909"/>
                </a:lnTo>
                <a:lnTo>
                  <a:pt x="37993" y="43854"/>
                </a:lnTo>
                <a:lnTo>
                  <a:pt x="76041" y="21909"/>
                </a:lnTo>
                <a:lnTo>
                  <a:pt x="37993"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9"/>
          <p:cNvSpPr/>
          <p:nvPr/>
        </p:nvSpPr>
        <p:spPr>
          <a:xfrm>
            <a:off x="4452391" y="3334665"/>
            <a:ext cx="731248" cy="663100"/>
          </a:xfrm>
          <a:custGeom>
            <a:avLst/>
            <a:gdLst/>
            <a:ahLst/>
            <a:cxnLst/>
            <a:rect l="l" t="t" r="r" b="b"/>
            <a:pathLst>
              <a:path w="38066" h="34514" extrusionOk="0">
                <a:moveTo>
                  <a:pt x="38066" y="0"/>
                </a:moveTo>
                <a:lnTo>
                  <a:pt x="0" y="21945"/>
                </a:lnTo>
                <a:lnTo>
                  <a:pt x="0" y="34514"/>
                </a:lnTo>
                <a:lnTo>
                  <a:pt x="38066" y="12551"/>
                </a:lnTo>
                <a:lnTo>
                  <a:pt x="38066"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66" name="Google Shape;366;p29"/>
          <p:cNvCxnSpPr/>
          <p:nvPr/>
        </p:nvCxnSpPr>
        <p:spPr>
          <a:xfrm rot="10800000">
            <a:off x="4872413" y="2958663"/>
            <a:ext cx="1613100" cy="0"/>
          </a:xfrm>
          <a:prstGeom prst="straightConnector1">
            <a:avLst/>
          </a:prstGeom>
          <a:noFill/>
          <a:ln w="9525" cap="flat" cmpd="sng">
            <a:solidFill>
              <a:schemeClr val="lt1"/>
            </a:solidFill>
            <a:prstDash val="solid"/>
            <a:round/>
            <a:headEnd type="none" w="med" len="med"/>
            <a:tailEnd type="none" w="med" len="med"/>
          </a:ln>
        </p:spPr>
      </p:cxnSp>
      <p:sp>
        <p:nvSpPr>
          <p:cNvPr id="367" name="Google Shape;367;p29"/>
          <p:cNvSpPr txBox="1"/>
          <p:nvPr/>
        </p:nvSpPr>
        <p:spPr>
          <a:xfrm flipH="1">
            <a:off x="5430477" y="1857151"/>
            <a:ext cx="1002600" cy="26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1600"/>
              </a:spcAft>
              <a:buNone/>
            </a:pPr>
            <a:r>
              <a:rPr lang="es" sz="1200">
                <a:solidFill>
                  <a:schemeClr val="lt1"/>
                </a:solidFill>
                <a:latin typeface="Nunito"/>
                <a:ea typeface="Nunito"/>
                <a:cs typeface="Nunito"/>
                <a:sym typeface="Nunito"/>
              </a:rPr>
              <a:t>Відео-</a:t>
            </a:r>
            <a:br>
              <a:rPr lang="es" sz="1200">
                <a:solidFill>
                  <a:schemeClr val="lt1"/>
                </a:solidFill>
                <a:latin typeface="Nunito"/>
                <a:ea typeface="Nunito"/>
                <a:cs typeface="Nunito"/>
                <a:sym typeface="Nunito"/>
              </a:rPr>
            </a:br>
            <a:r>
              <a:rPr lang="es" sz="1200">
                <a:solidFill>
                  <a:schemeClr val="lt1"/>
                </a:solidFill>
                <a:latin typeface="Nunito"/>
                <a:ea typeface="Nunito"/>
                <a:cs typeface="Nunito"/>
                <a:sym typeface="Nunito"/>
              </a:rPr>
              <a:t>хостинг</a:t>
            </a:r>
            <a:endParaRPr sz="1100">
              <a:solidFill>
                <a:schemeClr val="lt1"/>
              </a:solidFill>
              <a:latin typeface="Nunito"/>
              <a:ea typeface="Nunito"/>
              <a:cs typeface="Nunito"/>
              <a:sym typeface="Nunito"/>
            </a:endParaRPr>
          </a:p>
        </p:txBody>
      </p:sp>
      <p:sp>
        <p:nvSpPr>
          <p:cNvPr id="368" name="Google Shape;368;p29"/>
          <p:cNvSpPr txBox="1"/>
          <p:nvPr/>
        </p:nvSpPr>
        <p:spPr>
          <a:xfrm flipH="1">
            <a:off x="5430477" y="2646236"/>
            <a:ext cx="1002600" cy="26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1600"/>
              </a:spcAft>
              <a:buNone/>
            </a:pPr>
            <a:r>
              <a:rPr lang="es" sz="1200">
                <a:solidFill>
                  <a:schemeClr val="lt1"/>
                </a:solidFill>
                <a:latin typeface="Nunito"/>
                <a:ea typeface="Nunito"/>
                <a:cs typeface="Nunito"/>
                <a:sym typeface="Nunito"/>
              </a:rPr>
              <a:t>Pastebin</a:t>
            </a:r>
            <a:endParaRPr sz="1200">
              <a:solidFill>
                <a:schemeClr val="lt1"/>
              </a:solidFill>
              <a:latin typeface="Nunito"/>
              <a:ea typeface="Nunito"/>
              <a:cs typeface="Nunito"/>
              <a:sym typeface="Nunito"/>
            </a:endParaRPr>
          </a:p>
        </p:txBody>
      </p:sp>
      <p:sp>
        <p:nvSpPr>
          <p:cNvPr id="369" name="Google Shape;369;p29"/>
          <p:cNvSpPr txBox="1"/>
          <p:nvPr/>
        </p:nvSpPr>
        <p:spPr>
          <a:xfrm flipH="1">
            <a:off x="2187152" y="1455613"/>
            <a:ext cx="1002600" cy="264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1600"/>
              </a:spcAft>
              <a:buNone/>
            </a:pPr>
            <a:r>
              <a:rPr lang="es" sz="1200">
                <a:solidFill>
                  <a:schemeClr val="lt1"/>
                </a:solidFill>
                <a:latin typeface="Nunito"/>
                <a:ea typeface="Nunito"/>
                <a:cs typeface="Nunito"/>
                <a:sym typeface="Nunito"/>
              </a:rPr>
              <a:t>Хостинг</a:t>
            </a:r>
            <a:br>
              <a:rPr lang="es" sz="1200">
                <a:solidFill>
                  <a:schemeClr val="lt1"/>
                </a:solidFill>
                <a:latin typeface="Nunito"/>
                <a:ea typeface="Nunito"/>
                <a:cs typeface="Nunito"/>
                <a:sym typeface="Nunito"/>
              </a:rPr>
            </a:br>
            <a:r>
              <a:rPr lang="es" sz="1200">
                <a:solidFill>
                  <a:schemeClr val="lt1"/>
                </a:solidFill>
                <a:latin typeface="Nunito"/>
                <a:ea typeface="Nunito"/>
                <a:cs typeface="Nunito"/>
                <a:sym typeface="Nunito"/>
              </a:rPr>
              <a:t>зображень</a:t>
            </a:r>
            <a:endParaRPr sz="1100">
              <a:solidFill>
                <a:schemeClr val="lt1"/>
              </a:solidFill>
              <a:latin typeface="Nunito"/>
              <a:ea typeface="Nunito"/>
              <a:cs typeface="Nunito"/>
              <a:sym typeface="Nunito"/>
            </a:endParaRPr>
          </a:p>
        </p:txBody>
      </p:sp>
      <p:sp>
        <p:nvSpPr>
          <p:cNvPr id="370" name="Google Shape;370;p29"/>
          <p:cNvSpPr/>
          <p:nvPr/>
        </p:nvSpPr>
        <p:spPr>
          <a:xfrm>
            <a:off x="3727308" y="2485010"/>
            <a:ext cx="1460748" cy="842564"/>
          </a:xfrm>
          <a:custGeom>
            <a:avLst/>
            <a:gdLst/>
            <a:ahLst/>
            <a:cxnLst/>
            <a:rect l="l" t="t" r="r" b="b"/>
            <a:pathLst>
              <a:path w="76041" h="43855" extrusionOk="0">
                <a:moveTo>
                  <a:pt x="37993" y="0"/>
                </a:moveTo>
                <a:lnTo>
                  <a:pt x="0" y="21891"/>
                </a:lnTo>
                <a:lnTo>
                  <a:pt x="37993" y="43854"/>
                </a:lnTo>
                <a:lnTo>
                  <a:pt x="76041" y="21909"/>
                </a:lnTo>
                <a:lnTo>
                  <a:pt x="37993"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9"/>
          <p:cNvSpPr/>
          <p:nvPr/>
        </p:nvSpPr>
        <p:spPr>
          <a:xfrm>
            <a:off x="3727308" y="2900828"/>
            <a:ext cx="729865" cy="663100"/>
          </a:xfrm>
          <a:custGeom>
            <a:avLst/>
            <a:gdLst/>
            <a:ahLst/>
            <a:cxnLst/>
            <a:rect l="l" t="t" r="r" b="b"/>
            <a:pathLst>
              <a:path w="37994" h="34514" extrusionOk="0">
                <a:moveTo>
                  <a:pt x="0" y="0"/>
                </a:moveTo>
                <a:lnTo>
                  <a:pt x="0" y="12568"/>
                </a:lnTo>
                <a:lnTo>
                  <a:pt x="37993" y="34513"/>
                </a:lnTo>
                <a:lnTo>
                  <a:pt x="37993" y="21963"/>
                </a:lnTo>
                <a:lnTo>
                  <a:pt x="0" y="0"/>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9"/>
          <p:cNvSpPr/>
          <p:nvPr/>
        </p:nvSpPr>
        <p:spPr>
          <a:xfrm>
            <a:off x="4452391" y="2900828"/>
            <a:ext cx="731248" cy="663100"/>
          </a:xfrm>
          <a:custGeom>
            <a:avLst/>
            <a:gdLst/>
            <a:ahLst/>
            <a:cxnLst/>
            <a:rect l="l" t="t" r="r" b="b"/>
            <a:pathLst>
              <a:path w="38066" h="34514" extrusionOk="0">
                <a:moveTo>
                  <a:pt x="38066" y="0"/>
                </a:moveTo>
                <a:lnTo>
                  <a:pt x="0" y="21963"/>
                </a:lnTo>
                <a:lnTo>
                  <a:pt x="0" y="34513"/>
                </a:lnTo>
                <a:lnTo>
                  <a:pt x="38066" y="12568"/>
                </a:lnTo>
                <a:lnTo>
                  <a:pt x="38066" y="0"/>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9"/>
          <p:cNvSpPr/>
          <p:nvPr/>
        </p:nvSpPr>
        <p:spPr>
          <a:xfrm>
            <a:off x="3727308" y="2050938"/>
            <a:ext cx="1460748" cy="842564"/>
          </a:xfrm>
          <a:custGeom>
            <a:avLst/>
            <a:gdLst/>
            <a:ahLst/>
            <a:cxnLst/>
            <a:rect l="l" t="t" r="r" b="b"/>
            <a:pathLst>
              <a:path w="76041" h="43855" extrusionOk="0">
                <a:moveTo>
                  <a:pt x="37993" y="0"/>
                </a:moveTo>
                <a:lnTo>
                  <a:pt x="0" y="21909"/>
                </a:lnTo>
                <a:lnTo>
                  <a:pt x="37993" y="43854"/>
                </a:lnTo>
                <a:lnTo>
                  <a:pt x="76041" y="21909"/>
                </a:lnTo>
                <a:lnTo>
                  <a:pt x="37993" y="0"/>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9"/>
          <p:cNvSpPr/>
          <p:nvPr/>
        </p:nvSpPr>
        <p:spPr>
          <a:xfrm>
            <a:off x="3727308" y="2471865"/>
            <a:ext cx="729865" cy="663100"/>
          </a:xfrm>
          <a:custGeom>
            <a:avLst/>
            <a:gdLst/>
            <a:ahLst/>
            <a:cxnLst/>
            <a:rect l="l" t="t" r="r" b="b"/>
            <a:pathLst>
              <a:path w="37994" h="34514" extrusionOk="0">
                <a:moveTo>
                  <a:pt x="0" y="0"/>
                </a:moveTo>
                <a:lnTo>
                  <a:pt x="0" y="12551"/>
                </a:lnTo>
                <a:lnTo>
                  <a:pt x="37993" y="34514"/>
                </a:lnTo>
                <a:lnTo>
                  <a:pt x="37993" y="21945"/>
                </a:lnTo>
                <a:lnTo>
                  <a:pt x="0"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9"/>
          <p:cNvSpPr/>
          <p:nvPr/>
        </p:nvSpPr>
        <p:spPr>
          <a:xfrm>
            <a:off x="4452391" y="2471865"/>
            <a:ext cx="731248" cy="663100"/>
          </a:xfrm>
          <a:custGeom>
            <a:avLst/>
            <a:gdLst/>
            <a:ahLst/>
            <a:cxnLst/>
            <a:rect l="l" t="t" r="r" b="b"/>
            <a:pathLst>
              <a:path w="38066" h="34514" extrusionOk="0">
                <a:moveTo>
                  <a:pt x="38066" y="0"/>
                </a:moveTo>
                <a:lnTo>
                  <a:pt x="0" y="21945"/>
                </a:lnTo>
                <a:lnTo>
                  <a:pt x="0" y="34514"/>
                </a:lnTo>
                <a:lnTo>
                  <a:pt x="38066" y="12551"/>
                </a:lnTo>
                <a:lnTo>
                  <a:pt x="38066" y="0"/>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9"/>
          <p:cNvSpPr/>
          <p:nvPr/>
        </p:nvSpPr>
        <p:spPr>
          <a:xfrm>
            <a:off x="3727308" y="1626391"/>
            <a:ext cx="1460748" cy="842910"/>
          </a:xfrm>
          <a:custGeom>
            <a:avLst/>
            <a:gdLst/>
            <a:ahLst/>
            <a:cxnLst/>
            <a:rect l="l" t="t" r="r" b="b"/>
            <a:pathLst>
              <a:path w="76041" h="43873" extrusionOk="0">
                <a:moveTo>
                  <a:pt x="37993" y="1"/>
                </a:moveTo>
                <a:lnTo>
                  <a:pt x="0" y="21910"/>
                </a:lnTo>
                <a:lnTo>
                  <a:pt x="37993" y="43873"/>
                </a:lnTo>
                <a:lnTo>
                  <a:pt x="76041" y="21910"/>
                </a:lnTo>
                <a:lnTo>
                  <a:pt x="37993" y="1"/>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p:nvPr/>
        </p:nvSpPr>
        <p:spPr>
          <a:xfrm>
            <a:off x="3727308" y="2042555"/>
            <a:ext cx="729865" cy="663100"/>
          </a:xfrm>
          <a:custGeom>
            <a:avLst/>
            <a:gdLst/>
            <a:ahLst/>
            <a:cxnLst/>
            <a:rect l="l" t="t" r="r" b="b"/>
            <a:pathLst>
              <a:path w="37994" h="34514" extrusionOk="0">
                <a:moveTo>
                  <a:pt x="0" y="1"/>
                </a:moveTo>
                <a:lnTo>
                  <a:pt x="0" y="12569"/>
                </a:lnTo>
                <a:lnTo>
                  <a:pt x="37993" y="34514"/>
                </a:lnTo>
                <a:lnTo>
                  <a:pt x="37993" y="21964"/>
                </a:lnTo>
                <a:lnTo>
                  <a:pt x="0" y="1"/>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p:nvPr/>
        </p:nvSpPr>
        <p:spPr>
          <a:xfrm>
            <a:off x="4457153" y="2042555"/>
            <a:ext cx="731248" cy="663100"/>
          </a:xfrm>
          <a:custGeom>
            <a:avLst/>
            <a:gdLst/>
            <a:ahLst/>
            <a:cxnLst/>
            <a:rect l="l" t="t" r="r" b="b"/>
            <a:pathLst>
              <a:path w="38066" h="34514" extrusionOk="0">
                <a:moveTo>
                  <a:pt x="38066" y="1"/>
                </a:moveTo>
                <a:lnTo>
                  <a:pt x="0" y="21964"/>
                </a:lnTo>
                <a:lnTo>
                  <a:pt x="0" y="34514"/>
                </a:lnTo>
                <a:lnTo>
                  <a:pt x="38066" y="12569"/>
                </a:lnTo>
                <a:lnTo>
                  <a:pt x="38066" y="1"/>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9"/>
          <p:cNvSpPr txBox="1"/>
          <p:nvPr/>
        </p:nvSpPr>
        <p:spPr>
          <a:xfrm flipH="1">
            <a:off x="2187152" y="3175933"/>
            <a:ext cx="1002600" cy="264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1600"/>
              </a:spcAft>
              <a:buNone/>
            </a:pPr>
            <a:r>
              <a:rPr lang="es" sz="1200">
                <a:solidFill>
                  <a:schemeClr val="lt1"/>
                </a:solidFill>
                <a:latin typeface="Nunito"/>
                <a:ea typeface="Nunito"/>
                <a:cs typeface="Nunito"/>
                <a:sym typeface="Nunito"/>
              </a:rPr>
              <a:t>Онлайн магазини</a:t>
            </a:r>
            <a:endParaRPr sz="1100">
              <a:solidFill>
                <a:schemeClr val="lt1"/>
              </a:solidFill>
              <a:latin typeface="Nunito"/>
              <a:ea typeface="Nunito"/>
              <a:cs typeface="Nunito"/>
              <a:sym typeface="Nunito"/>
            </a:endParaRPr>
          </a:p>
        </p:txBody>
      </p:sp>
      <p:cxnSp>
        <p:nvCxnSpPr>
          <p:cNvPr id="380" name="Google Shape;380;p29"/>
          <p:cNvCxnSpPr/>
          <p:nvPr/>
        </p:nvCxnSpPr>
        <p:spPr>
          <a:xfrm rot="10800000">
            <a:off x="2140687" y="3483177"/>
            <a:ext cx="1613100" cy="0"/>
          </a:xfrm>
          <a:prstGeom prst="straightConnector1">
            <a:avLst/>
          </a:prstGeom>
          <a:noFill/>
          <a:ln w="9525" cap="flat" cmpd="sng">
            <a:solidFill>
              <a:schemeClr val="lt1"/>
            </a:solidFill>
            <a:prstDash val="solid"/>
            <a:round/>
            <a:headEnd type="none" w="med" len="med"/>
            <a:tailEnd type="none" w="med" len="med"/>
          </a:ln>
        </p:spPr>
      </p:cxnSp>
      <p:sp>
        <p:nvSpPr>
          <p:cNvPr id="381" name="Google Shape;381;p29"/>
          <p:cNvSpPr/>
          <p:nvPr/>
        </p:nvSpPr>
        <p:spPr>
          <a:xfrm>
            <a:off x="3727308" y="3334665"/>
            <a:ext cx="729865" cy="663100"/>
          </a:xfrm>
          <a:custGeom>
            <a:avLst/>
            <a:gdLst/>
            <a:ahLst/>
            <a:cxnLst/>
            <a:rect l="l" t="t" r="r" b="b"/>
            <a:pathLst>
              <a:path w="37994" h="34514" extrusionOk="0">
                <a:moveTo>
                  <a:pt x="0" y="0"/>
                </a:moveTo>
                <a:lnTo>
                  <a:pt x="0" y="12551"/>
                </a:lnTo>
                <a:lnTo>
                  <a:pt x="37993" y="34514"/>
                </a:lnTo>
                <a:lnTo>
                  <a:pt x="37993" y="21945"/>
                </a:lnTo>
                <a:lnTo>
                  <a:pt x="0" y="0"/>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9"/>
          <p:cNvSpPr/>
          <p:nvPr/>
        </p:nvSpPr>
        <p:spPr>
          <a:xfrm>
            <a:off x="3727308" y="1192665"/>
            <a:ext cx="1460748" cy="842564"/>
          </a:xfrm>
          <a:custGeom>
            <a:avLst/>
            <a:gdLst/>
            <a:ahLst/>
            <a:cxnLst/>
            <a:rect l="l" t="t" r="r" b="b"/>
            <a:pathLst>
              <a:path w="76041" h="43855" extrusionOk="0">
                <a:moveTo>
                  <a:pt x="37993" y="1"/>
                </a:moveTo>
                <a:lnTo>
                  <a:pt x="0" y="21910"/>
                </a:lnTo>
                <a:lnTo>
                  <a:pt x="37993" y="43855"/>
                </a:lnTo>
                <a:lnTo>
                  <a:pt x="76041" y="21910"/>
                </a:lnTo>
                <a:lnTo>
                  <a:pt x="37993" y="1"/>
                </a:lnTo>
                <a:close/>
              </a:path>
            </a:pathLst>
          </a:custGeom>
          <a:solidFill>
            <a:srgbClr val="589E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9"/>
          <p:cNvSpPr/>
          <p:nvPr/>
        </p:nvSpPr>
        <p:spPr>
          <a:xfrm>
            <a:off x="3727308" y="1613591"/>
            <a:ext cx="729865" cy="662754"/>
          </a:xfrm>
          <a:custGeom>
            <a:avLst/>
            <a:gdLst/>
            <a:ahLst/>
            <a:cxnLst/>
            <a:rect l="l" t="t" r="r" b="b"/>
            <a:pathLst>
              <a:path w="37994" h="34496" extrusionOk="0">
                <a:moveTo>
                  <a:pt x="0" y="1"/>
                </a:moveTo>
                <a:lnTo>
                  <a:pt x="0" y="12551"/>
                </a:lnTo>
                <a:lnTo>
                  <a:pt x="37993" y="34496"/>
                </a:lnTo>
                <a:lnTo>
                  <a:pt x="37993" y="21946"/>
                </a:lnTo>
                <a:lnTo>
                  <a:pt x="0" y="1"/>
                </a:lnTo>
                <a:close/>
              </a:path>
            </a:pathLst>
          </a:custGeom>
          <a:solidFill>
            <a:srgbClr val="2955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9"/>
          <p:cNvSpPr/>
          <p:nvPr/>
        </p:nvSpPr>
        <p:spPr>
          <a:xfrm>
            <a:off x="4452391" y="1613591"/>
            <a:ext cx="731248" cy="662754"/>
          </a:xfrm>
          <a:custGeom>
            <a:avLst/>
            <a:gdLst/>
            <a:ahLst/>
            <a:cxnLst/>
            <a:rect l="l" t="t" r="r" b="b"/>
            <a:pathLst>
              <a:path w="38066" h="34496" extrusionOk="0">
                <a:moveTo>
                  <a:pt x="38066" y="1"/>
                </a:moveTo>
                <a:lnTo>
                  <a:pt x="0" y="21946"/>
                </a:lnTo>
                <a:lnTo>
                  <a:pt x="0" y="34496"/>
                </a:lnTo>
                <a:lnTo>
                  <a:pt x="38066" y="12551"/>
                </a:lnTo>
                <a:lnTo>
                  <a:pt x="38066" y="1"/>
                </a:lnTo>
                <a:close/>
              </a:path>
            </a:pathLst>
          </a:custGeom>
          <a:solidFill>
            <a:srgbClr val="3E73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9"/>
          <p:cNvSpPr/>
          <p:nvPr/>
        </p:nvSpPr>
        <p:spPr>
          <a:xfrm>
            <a:off x="3727308" y="768137"/>
            <a:ext cx="1460748" cy="842545"/>
          </a:xfrm>
          <a:custGeom>
            <a:avLst/>
            <a:gdLst/>
            <a:ahLst/>
            <a:cxnLst/>
            <a:rect l="l" t="t" r="r" b="b"/>
            <a:pathLst>
              <a:path w="76041" h="43854" extrusionOk="0">
                <a:moveTo>
                  <a:pt x="37993" y="0"/>
                </a:moveTo>
                <a:lnTo>
                  <a:pt x="0" y="21909"/>
                </a:lnTo>
                <a:lnTo>
                  <a:pt x="37993" y="43854"/>
                </a:lnTo>
                <a:lnTo>
                  <a:pt x="76041" y="21909"/>
                </a:lnTo>
                <a:lnTo>
                  <a:pt x="37993" y="0"/>
                </a:lnTo>
                <a:close/>
              </a:path>
            </a:pathLst>
          </a:custGeom>
          <a:solidFill>
            <a:srgbClr val="D0F0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9"/>
          <p:cNvSpPr/>
          <p:nvPr/>
        </p:nvSpPr>
        <p:spPr>
          <a:xfrm>
            <a:off x="3727308" y="1184282"/>
            <a:ext cx="729865" cy="663119"/>
          </a:xfrm>
          <a:custGeom>
            <a:avLst/>
            <a:gdLst/>
            <a:ahLst/>
            <a:cxnLst/>
            <a:rect l="l" t="t" r="r" b="b"/>
            <a:pathLst>
              <a:path w="37994" h="34515" extrusionOk="0">
                <a:moveTo>
                  <a:pt x="0" y="1"/>
                </a:moveTo>
                <a:lnTo>
                  <a:pt x="0" y="12551"/>
                </a:lnTo>
                <a:lnTo>
                  <a:pt x="37993" y="34514"/>
                </a:lnTo>
                <a:lnTo>
                  <a:pt x="37993" y="21946"/>
                </a:lnTo>
                <a:lnTo>
                  <a:pt x="0" y="1"/>
                </a:lnTo>
                <a:close/>
              </a:path>
            </a:pathLst>
          </a:custGeom>
          <a:solidFill>
            <a:srgbClr val="96BE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4457153" y="1184282"/>
            <a:ext cx="731248" cy="663119"/>
          </a:xfrm>
          <a:custGeom>
            <a:avLst/>
            <a:gdLst/>
            <a:ahLst/>
            <a:cxnLst/>
            <a:rect l="l" t="t" r="r" b="b"/>
            <a:pathLst>
              <a:path w="38066" h="34515" extrusionOk="0">
                <a:moveTo>
                  <a:pt x="38066" y="1"/>
                </a:moveTo>
                <a:lnTo>
                  <a:pt x="0" y="21946"/>
                </a:lnTo>
                <a:lnTo>
                  <a:pt x="0" y="34514"/>
                </a:lnTo>
                <a:lnTo>
                  <a:pt x="38066" y="12551"/>
                </a:lnTo>
                <a:lnTo>
                  <a:pt x="38066" y="1"/>
                </a:lnTo>
                <a:close/>
              </a:path>
            </a:pathLst>
          </a:custGeom>
          <a:solidFill>
            <a:srgbClr val="A3C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txBox="1"/>
          <p:nvPr/>
        </p:nvSpPr>
        <p:spPr>
          <a:xfrm flipH="1">
            <a:off x="5430477" y="1021526"/>
            <a:ext cx="1002600" cy="26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1600"/>
              </a:spcAft>
              <a:buNone/>
            </a:pPr>
            <a:r>
              <a:rPr lang="es" sz="1200">
                <a:solidFill>
                  <a:schemeClr val="lt1"/>
                </a:solidFill>
                <a:latin typeface="Nunito"/>
                <a:ea typeface="Nunito"/>
                <a:cs typeface="Nunito"/>
                <a:sym typeface="Nunito"/>
              </a:rPr>
              <a:t>Файловий</a:t>
            </a:r>
            <a:br>
              <a:rPr lang="es" sz="1200">
                <a:solidFill>
                  <a:schemeClr val="lt1"/>
                </a:solidFill>
                <a:latin typeface="Nunito"/>
                <a:ea typeface="Nunito"/>
                <a:cs typeface="Nunito"/>
                <a:sym typeface="Nunito"/>
              </a:rPr>
            </a:br>
            <a:r>
              <a:rPr lang="es" sz="1200">
                <a:solidFill>
                  <a:schemeClr val="lt1"/>
                </a:solidFill>
                <a:latin typeface="Nunito"/>
                <a:ea typeface="Nunito"/>
                <a:cs typeface="Nunito"/>
                <a:sym typeface="Nunito"/>
              </a:rPr>
              <a:t>сервер</a:t>
            </a:r>
            <a:endParaRPr sz="1100">
              <a:solidFill>
                <a:schemeClr val="lt1"/>
              </a:solidFill>
              <a:latin typeface="Nunito"/>
              <a:ea typeface="Nunito"/>
              <a:cs typeface="Nunito"/>
              <a:sym typeface="Nunito"/>
            </a:endParaRPr>
          </a:p>
        </p:txBody>
      </p:sp>
      <p:sp>
        <p:nvSpPr>
          <p:cNvPr id="389" name="Google Shape;389;p29"/>
          <p:cNvSpPr txBox="1"/>
          <p:nvPr/>
        </p:nvSpPr>
        <p:spPr>
          <a:xfrm flipH="1">
            <a:off x="5456900" y="3580550"/>
            <a:ext cx="1055100" cy="26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1600"/>
              </a:spcAft>
              <a:buNone/>
            </a:pPr>
            <a:r>
              <a:rPr lang="es" sz="1200">
                <a:solidFill>
                  <a:schemeClr val="lt1"/>
                </a:solidFill>
                <a:latin typeface="Nunito"/>
                <a:ea typeface="Nunito"/>
                <a:cs typeface="Nunito"/>
                <a:sym typeface="Nunito"/>
              </a:rPr>
              <a:t>Електронна пошта</a:t>
            </a:r>
            <a:endParaRPr sz="1100">
              <a:solidFill>
                <a:schemeClr val="lt1"/>
              </a:solidFill>
              <a:latin typeface="Nunito"/>
              <a:ea typeface="Nunito"/>
              <a:cs typeface="Nunito"/>
              <a:sym typeface="Nunito"/>
            </a:endParaRPr>
          </a:p>
        </p:txBody>
      </p:sp>
      <p:sp>
        <p:nvSpPr>
          <p:cNvPr id="5" name="Google Shape;182;p21">
            <a:extLst>
              <a:ext uri="{FF2B5EF4-FFF2-40B4-BE49-F238E27FC236}">
                <a16:creationId xmlns:a16="http://schemas.microsoft.com/office/drawing/2014/main" id="{4D5796A6-12D7-F5CB-F47E-4F12B2CB1C7B}"/>
              </a:ext>
            </a:extLst>
          </p:cNvPr>
          <p:cNvSpPr txBox="1">
            <a:spLocks noGrp="1"/>
          </p:cNvSpPr>
          <p:nvPr>
            <p:ph type="ctrTitle"/>
          </p:nvPr>
        </p:nvSpPr>
        <p:spPr>
          <a:xfrm>
            <a:off x="139175" y="377975"/>
            <a:ext cx="1561950" cy="9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uk-UA" dirty="0">
                <a:latin typeface="Nunito"/>
                <a:ea typeface="Nunito"/>
                <a:cs typeface="Nunito"/>
                <a:sym typeface="Nunito"/>
              </a:rPr>
              <a:t>ВИДИ ХОСТИНГУ</a:t>
            </a:r>
          </a:p>
        </p:txBody>
      </p:sp>
    </p:spTree>
  </p:cSld>
  <p:clrMapOvr>
    <a:masterClrMapping/>
  </p:clrMapOvr>
</p:sld>
</file>

<file path=ppt/theme/theme1.xml><?xml version="1.0" encoding="utf-8"?>
<a:theme xmlns:a="http://schemas.openxmlformats.org/drawingml/2006/main" name="Meeting Template">
  <a:themeElements>
    <a:clrScheme name="Simple Light">
      <a:dk1>
        <a:srgbClr val="000000"/>
      </a:dk1>
      <a:lt1>
        <a:srgbClr val="FFFFFF"/>
      </a:lt1>
      <a:dk2>
        <a:srgbClr val="22262D"/>
      </a:dk2>
      <a:lt2>
        <a:srgbClr val="3B424C"/>
      </a:lt2>
      <a:accent1>
        <a:srgbClr val="589EA5"/>
      </a:accent1>
      <a:accent2>
        <a:srgbClr val="77BE9C"/>
      </a:accent2>
      <a:accent3>
        <a:srgbClr val="A8DBA7"/>
      </a:accent3>
      <a:accent4>
        <a:srgbClr val="D0F09F"/>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823</Words>
  <Application>Microsoft Office PowerPoint</Application>
  <PresentationFormat>Екран (16:9)</PresentationFormat>
  <Paragraphs>54</Paragraphs>
  <Slides>13</Slides>
  <Notes>13</Notes>
  <HiddenSlides>0</HiddenSlides>
  <MMClips>0</MMClips>
  <ScaleCrop>false</ScaleCrop>
  <HeadingPairs>
    <vt:vector size="6" baseType="variant">
      <vt:variant>
        <vt:lpstr>Використані шрифти</vt:lpstr>
      </vt:variant>
      <vt:variant>
        <vt:i4>6</vt:i4>
      </vt:variant>
      <vt:variant>
        <vt:lpstr>Тема</vt:lpstr>
      </vt:variant>
      <vt:variant>
        <vt:i4>1</vt:i4>
      </vt:variant>
      <vt:variant>
        <vt:lpstr>Заголовки слайдів</vt:lpstr>
      </vt:variant>
      <vt:variant>
        <vt:i4>13</vt:i4>
      </vt:variant>
    </vt:vector>
  </HeadingPairs>
  <TitlesOfParts>
    <vt:vector size="20" baseType="lpstr">
      <vt:lpstr>Nunito Light</vt:lpstr>
      <vt:lpstr>Lato Light</vt:lpstr>
      <vt:lpstr>Fira Sans Extra Condensed Medium</vt:lpstr>
      <vt:lpstr>Unica One</vt:lpstr>
      <vt:lpstr>Arial</vt:lpstr>
      <vt:lpstr>Nunito</vt:lpstr>
      <vt:lpstr>Meeting Template</vt:lpstr>
      <vt:lpstr>ХОСТИНГ САЙТА</vt:lpstr>
      <vt:lpstr>ХОСТИНГ  (АНГЛ. HOSTING)</vt:lpstr>
      <vt:lpstr>ІСТОРІЯ</vt:lpstr>
      <vt:lpstr>МАЛИЙ ХОСТИНГ</vt:lpstr>
      <vt:lpstr>ВИДИ ХОСТИНГУ</vt:lpstr>
      <vt:lpstr>Презентація PowerPoint</vt:lpstr>
      <vt:lpstr>ВИДИ ХОСТИНГУ</vt:lpstr>
      <vt:lpstr>ВИДИ ХОСТИНГУ</vt:lpstr>
      <vt:lpstr>ВИДИ ХОСТИНГУ</vt:lpstr>
      <vt:lpstr>ВИДИ ХОСТИНГУ</vt:lpstr>
      <vt:lpstr>ВИДИ ХОСТИНГУ</vt:lpstr>
      <vt:lpstr>ВИДИ ХОСТИНГУ</vt:lpstr>
      <vt:lpstr>ВИДИ ХОСТИНГУ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Sergey Vs</cp:lastModifiedBy>
  <cp:revision>3</cp:revision>
  <dcterms:modified xsi:type="dcterms:W3CDTF">2024-12-16T20:19:28Z</dcterms:modified>
</cp:coreProperties>
</file>